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 Sans Light"/>
      <p:regular r:id="rId12"/>
      <p:bold r:id="rId13"/>
      <p:italic r:id="rId14"/>
      <p:boldItalic r:id="rId15"/>
    </p:embeddedFont>
    <p:embeddedFont>
      <p:font typeface="Nunito Sans ExtraLight"/>
      <p:regular r:id="rId16"/>
      <p:bold r:id="rId17"/>
      <p:italic r:id="rId18"/>
      <p:boldItalic r:id="rId19"/>
    </p:embeddedFont>
    <p:embeddedFont>
      <p:font typeface="Nunito Sans Medium"/>
      <p:regular r:id="rId20"/>
      <p:bold r:id="rId21"/>
      <p:italic r:id="rId22"/>
      <p:boldItalic r:id="rId23"/>
    </p:embeddedFont>
    <p:embeddedFont>
      <p:font typeface="Nunito Sans SemiBold"/>
      <p:regular r:id="rId24"/>
      <p:bold r:id="rId25"/>
      <p:italic r:id="rId26"/>
      <p:boldItalic r:id="rId27"/>
    </p:embeddedFont>
    <p:embeddedFont>
      <p:font typeface="Tomorrow"/>
      <p:regular r:id="rId28"/>
      <p:bold r:id="rId29"/>
      <p:italic r:id="rId30"/>
      <p:boldItalic r:id="rId31"/>
    </p:embeddedFont>
    <p:embeddedFont>
      <p:font typeface="Nunito Sans"/>
      <p:regular r:id="rId32"/>
      <p:bold r:id="rId33"/>
      <p:italic r:id="rId34"/>
      <p:boldItalic r:id="rId35"/>
    </p:embeddedFont>
    <p:embeddedFont>
      <p:font typeface="Tomorrow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omorrow-boldItalic.fntdata"/><Relationship Id="rId30" Type="http://schemas.openxmlformats.org/officeDocument/2006/relationships/font" Target="fonts/Tomorrow-italic.fntdata"/><Relationship Id="rId33" Type="http://schemas.openxmlformats.org/officeDocument/2006/relationships/font" Target="fonts/NunitoSans-bold.fntdata"/><Relationship Id="rId32" Type="http://schemas.openxmlformats.org/officeDocument/2006/relationships/font" Target="fonts/NunitoSans-regular.fntdata"/><Relationship Id="rId35" Type="http://schemas.openxmlformats.org/officeDocument/2006/relationships/font" Target="fonts/NunitoSans-boldItalic.fntdata"/><Relationship Id="rId34" Type="http://schemas.openxmlformats.org/officeDocument/2006/relationships/font" Target="fonts/NunitoSans-italic.fntdata"/><Relationship Id="rId37" Type="http://schemas.openxmlformats.org/officeDocument/2006/relationships/font" Target="fonts/TomorrowLight-bold.fntdata"/><Relationship Id="rId36" Type="http://schemas.openxmlformats.org/officeDocument/2006/relationships/font" Target="fonts/TomorrowLight-regular.fntdata"/><Relationship Id="rId39" Type="http://schemas.openxmlformats.org/officeDocument/2006/relationships/font" Target="fonts/TomorrowLight-boldItalic.fntdata"/><Relationship Id="rId38" Type="http://schemas.openxmlformats.org/officeDocument/2006/relationships/font" Target="fonts/TomorrowLight-italic.fntdata"/><Relationship Id="rId20" Type="http://schemas.openxmlformats.org/officeDocument/2006/relationships/font" Target="fonts/NunitoSansMedium-regular.fntdata"/><Relationship Id="rId22" Type="http://schemas.openxmlformats.org/officeDocument/2006/relationships/font" Target="fonts/NunitoSansMedium-italic.fntdata"/><Relationship Id="rId21" Type="http://schemas.openxmlformats.org/officeDocument/2006/relationships/font" Target="fonts/NunitoSansMedium-bold.fntdata"/><Relationship Id="rId24" Type="http://schemas.openxmlformats.org/officeDocument/2006/relationships/font" Target="fonts/NunitoSansSemiBold-regular.fntdata"/><Relationship Id="rId23" Type="http://schemas.openxmlformats.org/officeDocument/2006/relationships/font" Target="fonts/NunitoSansMedium-boldItalic.fntdata"/><Relationship Id="rId26" Type="http://schemas.openxmlformats.org/officeDocument/2006/relationships/font" Target="fonts/NunitoSansSemiBold-italic.fntdata"/><Relationship Id="rId25" Type="http://schemas.openxmlformats.org/officeDocument/2006/relationships/font" Target="fonts/NunitoSansSemiBold-bold.fntdata"/><Relationship Id="rId28" Type="http://schemas.openxmlformats.org/officeDocument/2006/relationships/font" Target="fonts/Tomorrow-regular.fntdata"/><Relationship Id="rId27" Type="http://schemas.openxmlformats.org/officeDocument/2006/relationships/font" Target="fonts/NunitoSansSemiBold-boldItalic.fntdata"/><Relationship Id="rId29" Type="http://schemas.openxmlformats.org/officeDocument/2006/relationships/font" Target="fonts/Tomorrow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SansLight-bold.fntdata"/><Relationship Id="rId12" Type="http://schemas.openxmlformats.org/officeDocument/2006/relationships/font" Target="fonts/NunitoSansLight-regular.fntdata"/><Relationship Id="rId15" Type="http://schemas.openxmlformats.org/officeDocument/2006/relationships/font" Target="fonts/NunitoSansLight-boldItalic.fntdata"/><Relationship Id="rId14" Type="http://schemas.openxmlformats.org/officeDocument/2006/relationships/font" Target="fonts/NunitoSansLight-italic.fntdata"/><Relationship Id="rId17" Type="http://schemas.openxmlformats.org/officeDocument/2006/relationships/font" Target="fonts/NunitoSansExtraLight-bold.fntdata"/><Relationship Id="rId16" Type="http://schemas.openxmlformats.org/officeDocument/2006/relationships/font" Target="fonts/NunitoSansExtraLight-regular.fntdata"/><Relationship Id="rId19" Type="http://schemas.openxmlformats.org/officeDocument/2006/relationships/font" Target="fonts/NunitoSansExtraLight-boldItalic.fntdata"/><Relationship Id="rId18" Type="http://schemas.openxmlformats.org/officeDocument/2006/relationships/font" Target="fonts/NunitoSansExtra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98067679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98067679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9806767936_0_1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9806767936_0_1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9806767936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9806767936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9806767936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9806767936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9806767936_0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9806767936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9806767936_0_1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9806767936_0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- Alt 3">
  <p:cSld name="TITLE_1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52600" y="2878000"/>
            <a:ext cx="6591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omorrow Light"/>
              <a:buNone/>
              <a:defRPr sz="75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545550"/>
            <a:ext cx="3396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13" name="Google Shape;13;p2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15" name="Google Shape;15;p2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/>
          <p:nvPr/>
        </p:nvSpPr>
        <p:spPr>
          <a:xfrm>
            <a:off x="8492701" y="4245025"/>
            <a:ext cx="308400" cy="427800"/>
          </a:xfrm>
          <a:prstGeom prst="chevron">
            <a:avLst>
              <a:gd fmla="val 67909" name="adj"/>
            </a:avLst>
          </a:prstGeom>
          <a:solidFill>
            <a:schemeClr val="accent1"/>
          </a:solidFill>
          <a:ln>
            <a:noFill/>
          </a:ln>
          <a:effectLst>
            <a:outerShdw blurRad="28575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288201" y="4245025"/>
            <a:ext cx="308400" cy="427800"/>
          </a:xfrm>
          <a:prstGeom prst="chevron">
            <a:avLst>
              <a:gd fmla="val 67909" name="adj"/>
            </a:avLst>
          </a:prstGeom>
          <a:solidFill>
            <a:schemeClr val="accent2"/>
          </a:solidFill>
          <a:ln>
            <a:noFill/>
          </a:ln>
          <a:effectLst>
            <a:outerShdw blurRad="28575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8074601" y="4245025"/>
            <a:ext cx="308400" cy="4278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  <a:effectLst>
            <a:outerShdw blurRad="28575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TITLE_1_1_4_1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n stands with his back to the camera while working on a desktop computer.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9485" r="34980" t="0"/>
          <a:stretch/>
        </p:blipFill>
        <p:spPr>
          <a:xfrm flipH="1">
            <a:off x="4858524" y="0"/>
            <a:ext cx="428547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601" y="0"/>
            <a:ext cx="283545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51378" y="4856473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454900" y="206125"/>
            <a:ext cx="4761300" cy="5541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5400000" dist="19050">
              <a:schemeClr val="accent2">
                <a:alpha val="33725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40000"/>
              <a:buFont typeface="Arial"/>
              <a:buNone/>
            </a:pPr>
            <a:r>
              <a:rPr lang="en" sz="40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W</a:t>
            </a:r>
            <a:endParaRPr sz="40000"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502775" y="3351600"/>
            <a:ext cx="3596100" cy="146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 Medium"/>
              <a:buNone/>
              <a:defRPr sz="15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type="ctrTitle"/>
          </p:nvPr>
        </p:nvSpPr>
        <p:spPr>
          <a:xfrm>
            <a:off x="343075" y="538250"/>
            <a:ext cx="49044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omorrow Light"/>
              <a:buNone/>
              <a:defRPr sz="3600">
                <a:solidFill>
                  <a:schemeClr val="accent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30" name="Google Shape;30;p3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32" name="Google Shape;32;p3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" name="Google Shape;34;p3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3 ">
  <p:cSld name="CUSTOM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-675" y="3542125"/>
            <a:ext cx="9146700" cy="1601400"/>
          </a:xfrm>
          <a:prstGeom prst="snip1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4922325" y="3969850"/>
            <a:ext cx="1973100" cy="1154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2" type="subTitle"/>
          </p:nvPr>
        </p:nvSpPr>
        <p:spPr>
          <a:xfrm>
            <a:off x="2762650" y="3969850"/>
            <a:ext cx="1824900" cy="1154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3" type="subTitle"/>
          </p:nvPr>
        </p:nvSpPr>
        <p:spPr>
          <a:xfrm>
            <a:off x="7136875" y="3969850"/>
            <a:ext cx="1776000" cy="1154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type="title"/>
          </p:nvPr>
        </p:nvSpPr>
        <p:spPr>
          <a:xfrm>
            <a:off x="4922325" y="3733600"/>
            <a:ext cx="1434300" cy="18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4" type="title"/>
          </p:nvPr>
        </p:nvSpPr>
        <p:spPr>
          <a:xfrm>
            <a:off x="2762650" y="3733600"/>
            <a:ext cx="1374000" cy="18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5" type="title"/>
          </p:nvPr>
        </p:nvSpPr>
        <p:spPr>
          <a:xfrm>
            <a:off x="7136875" y="3733600"/>
            <a:ext cx="1245300" cy="18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4"/>
          <p:cNvSpPr/>
          <p:nvPr/>
        </p:nvSpPr>
        <p:spPr>
          <a:xfrm>
            <a:off x="80443" y="3542125"/>
            <a:ext cx="1154100" cy="1601400"/>
          </a:xfrm>
          <a:prstGeom prst="chevron">
            <a:avLst>
              <a:gd fmla="val 6790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70582" y="3542125"/>
            <a:ext cx="1154100" cy="1601400"/>
          </a:xfrm>
          <a:prstGeom prst="chevron">
            <a:avLst>
              <a:gd fmla="val 6790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" name="Google Shape;46;p4"/>
          <p:cNvSpPr/>
          <p:nvPr/>
        </p:nvSpPr>
        <p:spPr>
          <a:xfrm rot="-8100000">
            <a:off x="-182293" y="4161237"/>
            <a:ext cx="363170" cy="36317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7" name="Google Shape;47;p4"/>
          <p:cNvSpPr/>
          <p:nvPr>
            <p:ph idx="7" type="pic"/>
          </p:nvPr>
        </p:nvSpPr>
        <p:spPr>
          <a:xfrm>
            <a:off x="4828800" y="772633"/>
            <a:ext cx="2117400" cy="2769900"/>
          </a:xfrm>
          <a:prstGeom prst="snip1Rect">
            <a:avLst>
              <a:gd fmla="val 16863" name="adj"/>
            </a:avLst>
          </a:prstGeom>
          <a:noFill/>
          <a:ln>
            <a:noFill/>
          </a:ln>
        </p:spPr>
      </p:sp>
      <p:sp>
        <p:nvSpPr>
          <p:cNvPr id="48" name="Google Shape;48;p4"/>
          <p:cNvSpPr/>
          <p:nvPr>
            <p:ph idx="8" type="pic"/>
          </p:nvPr>
        </p:nvSpPr>
        <p:spPr>
          <a:xfrm>
            <a:off x="7026475" y="772633"/>
            <a:ext cx="2117400" cy="2769900"/>
          </a:xfrm>
          <a:prstGeom prst="snip1Rect">
            <a:avLst>
              <a:gd fmla="val 17491" name="adj"/>
            </a:avLst>
          </a:prstGeom>
          <a:noFill/>
          <a:ln>
            <a:noFill/>
          </a:ln>
        </p:spPr>
      </p:sp>
      <p:sp>
        <p:nvSpPr>
          <p:cNvPr id="49" name="Google Shape;49;p4"/>
          <p:cNvSpPr/>
          <p:nvPr>
            <p:ph idx="9" type="pic"/>
          </p:nvPr>
        </p:nvSpPr>
        <p:spPr>
          <a:xfrm>
            <a:off x="2648963" y="772633"/>
            <a:ext cx="2117400" cy="2769900"/>
          </a:xfrm>
          <a:prstGeom prst="snip1Rect">
            <a:avLst>
              <a:gd fmla="val 16863" name="adj"/>
            </a:avLst>
          </a:prstGeom>
          <a:noFill/>
          <a:ln>
            <a:noFill/>
          </a:ln>
        </p:spPr>
      </p:sp>
      <p:sp>
        <p:nvSpPr>
          <p:cNvPr id="50" name="Google Shape;50;p4"/>
          <p:cNvSpPr txBox="1"/>
          <p:nvPr>
            <p:ph idx="13" type="ctrTitle"/>
          </p:nvPr>
        </p:nvSpPr>
        <p:spPr>
          <a:xfrm>
            <a:off x="335400" y="466575"/>
            <a:ext cx="2148300" cy="30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grpSp>
        <p:nvGrpSpPr>
          <p:cNvPr id="51" name="Google Shape;51;p4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52" name="Google Shape;52;p4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54" name="Google Shape;54;p4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4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4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3 - Alt">
  <p:cSld name="CUSTOM_22">
    <p:bg>
      <p:bgPr>
        <a:solidFill>
          <a:schemeClr val="l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1875" y="3542125"/>
            <a:ext cx="9144000" cy="1601400"/>
          </a:xfrm>
          <a:prstGeom prst="snip1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4922325" y="3969850"/>
            <a:ext cx="1973100" cy="1154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2" type="subTitle"/>
          </p:nvPr>
        </p:nvSpPr>
        <p:spPr>
          <a:xfrm>
            <a:off x="2762650" y="3969850"/>
            <a:ext cx="1824900" cy="1154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3" type="subTitle"/>
          </p:nvPr>
        </p:nvSpPr>
        <p:spPr>
          <a:xfrm>
            <a:off x="7136875" y="3969850"/>
            <a:ext cx="1776000" cy="1154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type="title"/>
          </p:nvPr>
        </p:nvSpPr>
        <p:spPr>
          <a:xfrm>
            <a:off x="4922325" y="3733600"/>
            <a:ext cx="1239300" cy="18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9pPr>
          </a:lstStyle>
          <a:p/>
        </p:txBody>
      </p:sp>
      <p:sp>
        <p:nvSpPr>
          <p:cNvPr id="63" name="Google Shape;63;p5"/>
          <p:cNvSpPr txBox="1"/>
          <p:nvPr>
            <p:ph idx="4" type="title"/>
          </p:nvPr>
        </p:nvSpPr>
        <p:spPr>
          <a:xfrm>
            <a:off x="2762650" y="3733600"/>
            <a:ext cx="1127400" cy="18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9pPr>
          </a:lstStyle>
          <a:p/>
        </p:txBody>
      </p:sp>
      <p:sp>
        <p:nvSpPr>
          <p:cNvPr id="64" name="Google Shape;64;p5"/>
          <p:cNvSpPr txBox="1"/>
          <p:nvPr>
            <p:ph idx="5" type="title"/>
          </p:nvPr>
        </p:nvSpPr>
        <p:spPr>
          <a:xfrm>
            <a:off x="7136875" y="3733600"/>
            <a:ext cx="1271400" cy="181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9pPr>
          </a:lstStyle>
          <a:p/>
        </p:txBody>
      </p:sp>
      <p:grpSp>
        <p:nvGrpSpPr>
          <p:cNvPr id="65" name="Google Shape;65;p5"/>
          <p:cNvGrpSpPr/>
          <p:nvPr/>
        </p:nvGrpSpPr>
        <p:grpSpPr>
          <a:xfrm>
            <a:off x="8862746" y="134752"/>
            <a:ext cx="154148" cy="134734"/>
            <a:chOff x="8834250" y="614850"/>
            <a:chExt cx="221700" cy="193750"/>
          </a:xfrm>
        </p:grpSpPr>
        <p:cxnSp>
          <p:nvCxnSpPr>
            <p:cNvPr id="66" name="Google Shape;66;p5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" name="Google Shape;67;p5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5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9" name="Google Shape;69;p5"/>
          <p:cNvGrpSpPr/>
          <p:nvPr/>
        </p:nvGrpSpPr>
        <p:grpSpPr>
          <a:xfrm flipH="1">
            <a:off x="8999" y="37915"/>
            <a:ext cx="9125126" cy="291995"/>
            <a:chOff x="4479" y="3800650"/>
            <a:chExt cx="9145246" cy="187200"/>
          </a:xfrm>
        </p:grpSpPr>
        <p:cxnSp>
          <p:nvCxnSpPr>
            <p:cNvPr id="70" name="Google Shape;70;p5"/>
            <p:cNvCxnSpPr/>
            <p:nvPr/>
          </p:nvCxnSpPr>
          <p:spPr>
            <a:xfrm rot="10800000">
              <a:off x="3567025" y="3987275"/>
              <a:ext cx="5582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5"/>
            <p:cNvCxnSpPr/>
            <p:nvPr/>
          </p:nvCxnSpPr>
          <p:spPr>
            <a:xfrm rot="10800000">
              <a:off x="3242975" y="3800650"/>
              <a:ext cx="324000" cy="187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5"/>
            <p:cNvCxnSpPr/>
            <p:nvPr/>
          </p:nvCxnSpPr>
          <p:spPr>
            <a:xfrm rot="10800000">
              <a:off x="4479" y="3800650"/>
              <a:ext cx="3238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" name="Google Shape;73;p5"/>
          <p:cNvSpPr txBox="1"/>
          <p:nvPr>
            <p:ph idx="6" type="ctrTitle"/>
          </p:nvPr>
        </p:nvSpPr>
        <p:spPr>
          <a:xfrm>
            <a:off x="335400" y="466575"/>
            <a:ext cx="2040300" cy="30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Tomorrow Light"/>
              <a:buNone/>
              <a:defRPr sz="2300">
                <a:solidFill>
                  <a:schemeClr val="accent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4" name="Google Shape;74;p5"/>
          <p:cNvSpPr/>
          <p:nvPr>
            <p:ph idx="7" type="pic"/>
          </p:nvPr>
        </p:nvSpPr>
        <p:spPr>
          <a:xfrm>
            <a:off x="4828800" y="772633"/>
            <a:ext cx="2117400" cy="2769900"/>
          </a:xfrm>
          <a:prstGeom prst="snip1Rect">
            <a:avLst>
              <a:gd fmla="val 16863" name="adj"/>
            </a:avLst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8" type="pic"/>
          </p:nvPr>
        </p:nvSpPr>
        <p:spPr>
          <a:xfrm>
            <a:off x="7026475" y="772633"/>
            <a:ext cx="2117400" cy="2769900"/>
          </a:xfrm>
          <a:prstGeom prst="snip1Rect">
            <a:avLst>
              <a:gd fmla="val 17491" name="adj"/>
            </a:avLst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9" type="pic"/>
          </p:nvPr>
        </p:nvSpPr>
        <p:spPr>
          <a:xfrm>
            <a:off x="2648963" y="772633"/>
            <a:ext cx="2117400" cy="2769900"/>
          </a:xfrm>
          <a:prstGeom prst="snip1Rect">
            <a:avLst>
              <a:gd fmla="val 16863" name="adj"/>
            </a:avLst>
          </a:prstGeom>
          <a:noFill/>
          <a:ln>
            <a:noFill/>
          </a:ln>
        </p:spPr>
      </p:sp>
      <p:sp>
        <p:nvSpPr>
          <p:cNvPr id="77" name="Google Shape;77;p5"/>
          <p:cNvSpPr txBox="1"/>
          <p:nvPr>
            <p:ph idx="13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78" name="Google Shape;78;p5"/>
          <p:cNvSpPr/>
          <p:nvPr/>
        </p:nvSpPr>
        <p:spPr>
          <a:xfrm>
            <a:off x="80443" y="3542125"/>
            <a:ext cx="1154100" cy="1601400"/>
          </a:xfrm>
          <a:prstGeom prst="chevron">
            <a:avLst>
              <a:gd fmla="val 6790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70582" y="3542125"/>
            <a:ext cx="1154100" cy="1601400"/>
          </a:xfrm>
          <a:prstGeom prst="chevron">
            <a:avLst>
              <a:gd fmla="val 6790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0" name="Google Shape;80;p5"/>
          <p:cNvSpPr/>
          <p:nvPr/>
        </p:nvSpPr>
        <p:spPr>
          <a:xfrm rot="-8100000">
            <a:off x="-182293" y="4161237"/>
            <a:ext cx="363170" cy="3631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1">
  <p:cSld name="CUSTOM_1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6"/>
          <p:cNvCxnSpPr/>
          <p:nvPr/>
        </p:nvCxnSpPr>
        <p:spPr>
          <a:xfrm>
            <a:off x="447925" y="582000"/>
            <a:ext cx="0" cy="42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6"/>
          <p:cNvCxnSpPr/>
          <p:nvPr/>
        </p:nvCxnSpPr>
        <p:spPr>
          <a:xfrm rot="10800000">
            <a:off x="445650" y="580625"/>
            <a:ext cx="826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6"/>
          <p:cNvCxnSpPr/>
          <p:nvPr/>
        </p:nvCxnSpPr>
        <p:spPr>
          <a:xfrm rot="10800000">
            <a:off x="8705813" y="585638"/>
            <a:ext cx="0" cy="426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6"/>
          <p:cNvCxnSpPr/>
          <p:nvPr/>
        </p:nvCxnSpPr>
        <p:spPr>
          <a:xfrm>
            <a:off x="449800" y="48497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/>
          <p:nvPr/>
        </p:nvSpPr>
        <p:spPr>
          <a:xfrm>
            <a:off x="8653475" y="528275"/>
            <a:ext cx="104700" cy="10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6534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95575" y="5282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955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" name="Google Shape;90;p6"/>
          <p:cNvSpPr txBox="1"/>
          <p:nvPr>
            <p:ph idx="1" type="subTitle"/>
          </p:nvPr>
        </p:nvSpPr>
        <p:spPr>
          <a:xfrm>
            <a:off x="5231050" y="1674350"/>
            <a:ext cx="2865300" cy="2375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6"/>
          <p:cNvSpPr txBox="1"/>
          <p:nvPr>
            <p:ph idx="2" type="subTitle"/>
          </p:nvPr>
        </p:nvSpPr>
        <p:spPr>
          <a:xfrm>
            <a:off x="5231050" y="4135122"/>
            <a:ext cx="2641500" cy="68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6"/>
          <p:cNvSpPr/>
          <p:nvPr/>
        </p:nvSpPr>
        <p:spPr>
          <a:xfrm>
            <a:off x="75" y="742375"/>
            <a:ext cx="4653000" cy="4401000"/>
          </a:xfrm>
          <a:prstGeom prst="snip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" name="Google Shape;93;p6"/>
          <p:cNvSpPr txBox="1"/>
          <p:nvPr>
            <p:ph type="ctrTitle"/>
          </p:nvPr>
        </p:nvSpPr>
        <p:spPr>
          <a:xfrm>
            <a:off x="5135325" y="915000"/>
            <a:ext cx="29610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6"/>
          <p:cNvSpPr txBox="1"/>
          <p:nvPr>
            <p:ph idx="3" type="ctrTitle"/>
          </p:nvPr>
        </p:nvSpPr>
        <p:spPr>
          <a:xfrm>
            <a:off x="5135325" y="1190202"/>
            <a:ext cx="29610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" name="Google Shape;95;p6"/>
          <p:cNvSpPr/>
          <p:nvPr>
            <p:ph idx="4" type="pic"/>
          </p:nvPr>
        </p:nvSpPr>
        <p:spPr>
          <a:xfrm>
            <a:off x="200700" y="917800"/>
            <a:ext cx="4275300" cy="42258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grpSp>
        <p:nvGrpSpPr>
          <p:cNvPr id="96" name="Google Shape;96;p6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97" name="Google Shape;97;p6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99" name="Google Shape;99;p6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6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6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" name="Google Shape;102;p6"/>
          <p:cNvSpPr txBox="1"/>
          <p:nvPr>
            <p:ph idx="5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1 - Alt 2">
  <p:cSld name="CUSTOM_1_1_1">
    <p:bg>
      <p:bgPr>
        <a:solidFill>
          <a:schemeClr val="l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7"/>
          <p:cNvCxnSpPr/>
          <p:nvPr/>
        </p:nvCxnSpPr>
        <p:spPr>
          <a:xfrm>
            <a:off x="447925" y="582000"/>
            <a:ext cx="0" cy="426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7"/>
          <p:cNvCxnSpPr/>
          <p:nvPr/>
        </p:nvCxnSpPr>
        <p:spPr>
          <a:xfrm rot="10800000">
            <a:off x="445650" y="580625"/>
            <a:ext cx="8260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7"/>
          <p:cNvCxnSpPr/>
          <p:nvPr/>
        </p:nvCxnSpPr>
        <p:spPr>
          <a:xfrm rot="10800000">
            <a:off x="8705813" y="585638"/>
            <a:ext cx="0" cy="4262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7"/>
          <p:cNvCxnSpPr/>
          <p:nvPr/>
        </p:nvCxnSpPr>
        <p:spPr>
          <a:xfrm>
            <a:off x="449800" y="48497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8653475" y="528275"/>
            <a:ext cx="104700" cy="10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653475" y="4797375"/>
            <a:ext cx="104700" cy="10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95575" y="528275"/>
            <a:ext cx="104700" cy="10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955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0" y="742375"/>
            <a:ext cx="4653000" cy="4401000"/>
          </a:xfrm>
          <a:prstGeom prst="snip1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113" name="Google Shape;113;p7"/>
          <p:cNvGrpSpPr/>
          <p:nvPr/>
        </p:nvGrpSpPr>
        <p:grpSpPr>
          <a:xfrm flipH="1">
            <a:off x="8999" y="37915"/>
            <a:ext cx="9125126" cy="291995"/>
            <a:chOff x="4479" y="3800650"/>
            <a:chExt cx="9145246" cy="187200"/>
          </a:xfrm>
        </p:grpSpPr>
        <p:cxnSp>
          <p:nvCxnSpPr>
            <p:cNvPr id="114" name="Google Shape;114;p7"/>
            <p:cNvCxnSpPr/>
            <p:nvPr/>
          </p:nvCxnSpPr>
          <p:spPr>
            <a:xfrm rot="10800000">
              <a:off x="3567025" y="3987275"/>
              <a:ext cx="5582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7"/>
            <p:cNvCxnSpPr/>
            <p:nvPr/>
          </p:nvCxnSpPr>
          <p:spPr>
            <a:xfrm rot="10800000">
              <a:off x="3242975" y="3800650"/>
              <a:ext cx="324000" cy="187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7"/>
            <p:cNvCxnSpPr/>
            <p:nvPr/>
          </p:nvCxnSpPr>
          <p:spPr>
            <a:xfrm rot="10800000">
              <a:off x="4479" y="3800650"/>
              <a:ext cx="3238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" name="Google Shape;117;p7"/>
          <p:cNvGrpSpPr/>
          <p:nvPr/>
        </p:nvGrpSpPr>
        <p:grpSpPr>
          <a:xfrm>
            <a:off x="8862746" y="134752"/>
            <a:ext cx="154148" cy="134734"/>
            <a:chOff x="8834250" y="614850"/>
            <a:chExt cx="221700" cy="193750"/>
          </a:xfrm>
        </p:grpSpPr>
        <p:cxnSp>
          <p:nvCxnSpPr>
            <p:cNvPr id="118" name="Google Shape;118;p7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7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7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5231050" y="1674350"/>
            <a:ext cx="2865300" cy="2241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2" type="subTitle"/>
          </p:nvPr>
        </p:nvSpPr>
        <p:spPr>
          <a:xfrm>
            <a:off x="5231050" y="4135122"/>
            <a:ext cx="2641500" cy="68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type="ctrTitle"/>
          </p:nvPr>
        </p:nvSpPr>
        <p:spPr>
          <a:xfrm>
            <a:off x="5135325" y="915000"/>
            <a:ext cx="28653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24" name="Google Shape;124;p7"/>
          <p:cNvSpPr/>
          <p:nvPr>
            <p:ph idx="3" type="pic"/>
          </p:nvPr>
        </p:nvSpPr>
        <p:spPr>
          <a:xfrm>
            <a:off x="200750" y="917800"/>
            <a:ext cx="4275300" cy="42258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5" name="Google Shape;125;p7"/>
          <p:cNvSpPr txBox="1"/>
          <p:nvPr>
            <p:ph idx="4" type="ctrTitle"/>
          </p:nvPr>
        </p:nvSpPr>
        <p:spPr>
          <a:xfrm>
            <a:off x="5135325" y="1190202"/>
            <a:ext cx="29610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6" name="Google Shape;126;p7"/>
          <p:cNvSpPr txBox="1"/>
          <p:nvPr>
            <p:ph idx="5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1 - Alt 1">
  <p:cSld name="CUSTOM_1_1">
    <p:bg>
      <p:bgPr>
        <a:solidFill>
          <a:schemeClr val="accent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8"/>
          <p:cNvCxnSpPr/>
          <p:nvPr/>
        </p:nvCxnSpPr>
        <p:spPr>
          <a:xfrm>
            <a:off x="447925" y="582000"/>
            <a:ext cx="0" cy="4264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8"/>
          <p:cNvCxnSpPr/>
          <p:nvPr/>
        </p:nvCxnSpPr>
        <p:spPr>
          <a:xfrm rot="10800000">
            <a:off x="445650" y="580625"/>
            <a:ext cx="8260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8"/>
          <p:cNvCxnSpPr/>
          <p:nvPr/>
        </p:nvCxnSpPr>
        <p:spPr>
          <a:xfrm rot="10800000">
            <a:off x="8705813" y="585638"/>
            <a:ext cx="0" cy="426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8"/>
          <p:cNvCxnSpPr/>
          <p:nvPr/>
        </p:nvCxnSpPr>
        <p:spPr>
          <a:xfrm>
            <a:off x="449800" y="48497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8"/>
          <p:cNvSpPr/>
          <p:nvPr/>
        </p:nvSpPr>
        <p:spPr>
          <a:xfrm>
            <a:off x="8653475" y="528275"/>
            <a:ext cx="104700" cy="10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653475" y="4797375"/>
            <a:ext cx="104700" cy="10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95575" y="528275"/>
            <a:ext cx="104700" cy="10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955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-125" y="742375"/>
            <a:ext cx="4653000" cy="4401000"/>
          </a:xfrm>
          <a:prstGeom prst="snip1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7" name="Google Shape;137;p8"/>
          <p:cNvSpPr/>
          <p:nvPr>
            <p:ph idx="2" type="pic"/>
          </p:nvPr>
        </p:nvSpPr>
        <p:spPr>
          <a:xfrm>
            <a:off x="200625" y="917800"/>
            <a:ext cx="4275300" cy="42258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8" name="Google Shape;138;p8"/>
          <p:cNvSpPr txBox="1"/>
          <p:nvPr>
            <p:ph idx="1" type="subTitle"/>
          </p:nvPr>
        </p:nvSpPr>
        <p:spPr>
          <a:xfrm>
            <a:off x="5231050" y="1674350"/>
            <a:ext cx="2865300" cy="2151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3" type="subTitle"/>
          </p:nvPr>
        </p:nvSpPr>
        <p:spPr>
          <a:xfrm>
            <a:off x="5231050" y="4135122"/>
            <a:ext cx="2641500" cy="68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type="ctrTitle"/>
          </p:nvPr>
        </p:nvSpPr>
        <p:spPr>
          <a:xfrm>
            <a:off x="5135325" y="915000"/>
            <a:ext cx="29610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1" name="Google Shape;141;p8"/>
          <p:cNvSpPr txBox="1"/>
          <p:nvPr>
            <p:ph idx="4" type="ctrTitle"/>
          </p:nvPr>
        </p:nvSpPr>
        <p:spPr>
          <a:xfrm>
            <a:off x="5135325" y="1190202"/>
            <a:ext cx="29610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8"/>
          <p:cNvSpPr/>
          <p:nvPr/>
        </p:nvSpPr>
        <p:spPr>
          <a:xfrm>
            <a:off x="-4825" y="-2175"/>
            <a:ext cx="9158700" cy="32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3" name="Google Shape;143;p8"/>
          <p:cNvSpPr txBox="1"/>
          <p:nvPr>
            <p:ph idx="5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8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45" name="Google Shape;145;p8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8442400" y="-2200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8"/>
          <p:cNvCxnSpPr/>
          <p:nvPr/>
        </p:nvCxnSpPr>
        <p:spPr>
          <a:xfrm>
            <a:off x="8801100" y="-2182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5">
  <p:cSld name="TITLE_1_1_4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idx="12" type="sldNum"/>
          </p:nvPr>
        </p:nvSpPr>
        <p:spPr>
          <a:xfrm>
            <a:off x="8651378" y="4856473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9"/>
          <p:cNvSpPr txBox="1"/>
          <p:nvPr>
            <p:ph idx="1" type="subTitle"/>
          </p:nvPr>
        </p:nvSpPr>
        <p:spPr>
          <a:xfrm>
            <a:off x="7500585" y="2064694"/>
            <a:ext cx="1356300" cy="55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1" name="Google Shape;151;p9"/>
          <p:cNvSpPr txBox="1"/>
          <p:nvPr>
            <p:ph type="title"/>
          </p:nvPr>
        </p:nvSpPr>
        <p:spPr>
          <a:xfrm>
            <a:off x="7500574" y="1590900"/>
            <a:ext cx="1356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9"/>
          <p:cNvSpPr txBox="1"/>
          <p:nvPr>
            <p:ph idx="2" type="subTitle"/>
          </p:nvPr>
        </p:nvSpPr>
        <p:spPr>
          <a:xfrm>
            <a:off x="5669825" y="4099475"/>
            <a:ext cx="1488300" cy="72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3" name="Google Shape;153;p9"/>
          <p:cNvSpPr txBox="1"/>
          <p:nvPr>
            <p:ph idx="3" type="title"/>
          </p:nvPr>
        </p:nvSpPr>
        <p:spPr>
          <a:xfrm>
            <a:off x="5669814" y="3714678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9"/>
          <p:cNvSpPr txBox="1"/>
          <p:nvPr>
            <p:ph idx="4" type="subTitle"/>
          </p:nvPr>
        </p:nvSpPr>
        <p:spPr>
          <a:xfrm>
            <a:off x="3837625" y="2064697"/>
            <a:ext cx="1488300" cy="55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5" name="Google Shape;155;p9"/>
          <p:cNvSpPr txBox="1"/>
          <p:nvPr>
            <p:ph idx="5" type="title"/>
          </p:nvPr>
        </p:nvSpPr>
        <p:spPr>
          <a:xfrm>
            <a:off x="3837622" y="1590908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9"/>
          <p:cNvSpPr txBox="1"/>
          <p:nvPr>
            <p:ph idx="6" type="subTitle"/>
          </p:nvPr>
        </p:nvSpPr>
        <p:spPr>
          <a:xfrm>
            <a:off x="2120177" y="4099475"/>
            <a:ext cx="1488300" cy="72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7" name="Google Shape;157;p9"/>
          <p:cNvSpPr txBox="1"/>
          <p:nvPr>
            <p:ph idx="7" type="title"/>
          </p:nvPr>
        </p:nvSpPr>
        <p:spPr>
          <a:xfrm>
            <a:off x="2120175" y="3714662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9"/>
          <p:cNvSpPr txBox="1"/>
          <p:nvPr>
            <p:ph idx="8" type="subTitle"/>
          </p:nvPr>
        </p:nvSpPr>
        <p:spPr>
          <a:xfrm>
            <a:off x="442957" y="4099483"/>
            <a:ext cx="1255200" cy="72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59" name="Google Shape;159;p9"/>
          <p:cNvSpPr txBox="1"/>
          <p:nvPr>
            <p:ph idx="9" type="title"/>
          </p:nvPr>
        </p:nvSpPr>
        <p:spPr>
          <a:xfrm>
            <a:off x="442949" y="3714675"/>
            <a:ext cx="12552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9"/>
          <p:cNvSpPr/>
          <p:nvPr>
            <p:ph idx="13" type="pic"/>
          </p:nvPr>
        </p:nvSpPr>
        <p:spPr>
          <a:xfrm>
            <a:off x="1995350" y="1468700"/>
            <a:ext cx="1551300" cy="1971600"/>
          </a:xfrm>
          <a:prstGeom prst="snip1Rect">
            <a:avLst>
              <a:gd fmla="val 28984" name="adj"/>
            </a:avLst>
          </a:prstGeom>
          <a:noFill/>
          <a:ln>
            <a:noFill/>
          </a:ln>
        </p:spPr>
      </p:sp>
      <p:sp>
        <p:nvSpPr>
          <p:cNvPr id="161" name="Google Shape;161;p9"/>
          <p:cNvSpPr/>
          <p:nvPr>
            <p:ph idx="14" type="pic"/>
          </p:nvPr>
        </p:nvSpPr>
        <p:spPr>
          <a:xfrm>
            <a:off x="147475" y="1468700"/>
            <a:ext cx="1550700" cy="1971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62" name="Google Shape;162;p9"/>
          <p:cNvSpPr/>
          <p:nvPr>
            <p:ph idx="15" type="pic"/>
          </p:nvPr>
        </p:nvSpPr>
        <p:spPr>
          <a:xfrm>
            <a:off x="3859675" y="2638375"/>
            <a:ext cx="1488300" cy="1957800"/>
          </a:xfrm>
          <a:prstGeom prst="snip1Rect">
            <a:avLst>
              <a:gd fmla="val 34843" name="adj"/>
            </a:avLst>
          </a:prstGeom>
          <a:noFill/>
          <a:ln>
            <a:noFill/>
          </a:ln>
        </p:spPr>
      </p:sp>
      <p:sp>
        <p:nvSpPr>
          <p:cNvPr id="163" name="Google Shape;163;p9"/>
          <p:cNvSpPr/>
          <p:nvPr>
            <p:ph idx="16" type="pic"/>
          </p:nvPr>
        </p:nvSpPr>
        <p:spPr>
          <a:xfrm>
            <a:off x="5612925" y="1468725"/>
            <a:ext cx="1551300" cy="1971600"/>
          </a:xfrm>
          <a:prstGeom prst="snip1Rect">
            <a:avLst>
              <a:gd fmla="val 24641" name="adj"/>
            </a:avLst>
          </a:prstGeom>
          <a:noFill/>
          <a:ln>
            <a:noFill/>
          </a:ln>
        </p:spPr>
      </p:sp>
      <p:sp>
        <p:nvSpPr>
          <p:cNvPr id="164" name="Google Shape;164;p9"/>
          <p:cNvSpPr/>
          <p:nvPr>
            <p:ph idx="17" type="pic"/>
          </p:nvPr>
        </p:nvSpPr>
        <p:spPr>
          <a:xfrm>
            <a:off x="7465625" y="2624575"/>
            <a:ext cx="1551300" cy="1971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65" name="Google Shape;165;p9"/>
          <p:cNvSpPr txBox="1"/>
          <p:nvPr>
            <p:ph idx="18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9"/>
          <p:cNvSpPr txBox="1"/>
          <p:nvPr>
            <p:ph idx="19" type="ctrTitle"/>
          </p:nvPr>
        </p:nvSpPr>
        <p:spPr>
          <a:xfrm>
            <a:off x="335400" y="466575"/>
            <a:ext cx="5277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67" name="Google Shape;167;p9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168" name="Google Shape;168;p9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169" name="Google Shape;169;p9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170" name="Google Shape;170;p9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9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9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5 - Alt">
  <p:cSld name="TITLE_1_1_4_3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idx="1" type="subTitle"/>
          </p:nvPr>
        </p:nvSpPr>
        <p:spPr>
          <a:xfrm>
            <a:off x="7500575" y="2064697"/>
            <a:ext cx="1488300" cy="55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7500563" y="1590908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0"/>
          <p:cNvSpPr txBox="1"/>
          <p:nvPr>
            <p:ph idx="2" type="subTitle"/>
          </p:nvPr>
        </p:nvSpPr>
        <p:spPr>
          <a:xfrm>
            <a:off x="5669825" y="4099483"/>
            <a:ext cx="1488300" cy="731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77" name="Google Shape;177;p10"/>
          <p:cNvSpPr txBox="1"/>
          <p:nvPr>
            <p:ph idx="3" type="title"/>
          </p:nvPr>
        </p:nvSpPr>
        <p:spPr>
          <a:xfrm>
            <a:off x="5669814" y="3714678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178" name="Google Shape;178;p10"/>
          <p:cNvSpPr txBox="1"/>
          <p:nvPr>
            <p:ph idx="4" type="subTitle"/>
          </p:nvPr>
        </p:nvSpPr>
        <p:spPr>
          <a:xfrm>
            <a:off x="3837625" y="2064697"/>
            <a:ext cx="1488300" cy="55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79" name="Google Shape;179;p10"/>
          <p:cNvSpPr txBox="1"/>
          <p:nvPr>
            <p:ph idx="5" type="title"/>
          </p:nvPr>
        </p:nvSpPr>
        <p:spPr>
          <a:xfrm>
            <a:off x="3837622" y="1590908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180" name="Google Shape;180;p10"/>
          <p:cNvSpPr txBox="1"/>
          <p:nvPr>
            <p:ph idx="6" type="subTitle"/>
          </p:nvPr>
        </p:nvSpPr>
        <p:spPr>
          <a:xfrm>
            <a:off x="2120185" y="4099475"/>
            <a:ext cx="1488300" cy="731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81" name="Google Shape;181;p10"/>
          <p:cNvSpPr txBox="1"/>
          <p:nvPr>
            <p:ph idx="7" type="title"/>
          </p:nvPr>
        </p:nvSpPr>
        <p:spPr>
          <a:xfrm>
            <a:off x="2120175" y="3714662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182" name="Google Shape;182;p10"/>
          <p:cNvSpPr txBox="1"/>
          <p:nvPr>
            <p:ph idx="8" type="subTitle"/>
          </p:nvPr>
        </p:nvSpPr>
        <p:spPr>
          <a:xfrm>
            <a:off x="442950" y="4099476"/>
            <a:ext cx="1488300" cy="731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183" name="Google Shape;183;p10"/>
          <p:cNvSpPr txBox="1"/>
          <p:nvPr>
            <p:ph idx="9" type="title"/>
          </p:nvPr>
        </p:nvSpPr>
        <p:spPr>
          <a:xfrm>
            <a:off x="442940" y="3714665"/>
            <a:ext cx="1488300" cy="312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184" name="Google Shape;184;p10"/>
          <p:cNvSpPr/>
          <p:nvPr/>
        </p:nvSpPr>
        <p:spPr>
          <a:xfrm>
            <a:off x="-125" y="2600"/>
            <a:ext cx="91440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85" name="Google Shape;185;p10"/>
          <p:cNvSpPr/>
          <p:nvPr>
            <p:ph idx="13" type="pic"/>
          </p:nvPr>
        </p:nvSpPr>
        <p:spPr>
          <a:xfrm>
            <a:off x="1995350" y="1468700"/>
            <a:ext cx="1551300" cy="1971600"/>
          </a:xfrm>
          <a:prstGeom prst="snip1Rect">
            <a:avLst>
              <a:gd fmla="val 28984" name="adj"/>
            </a:avLst>
          </a:prstGeom>
          <a:noFill/>
          <a:ln>
            <a:noFill/>
          </a:ln>
        </p:spPr>
      </p:sp>
      <p:sp>
        <p:nvSpPr>
          <p:cNvPr id="186" name="Google Shape;186;p10"/>
          <p:cNvSpPr/>
          <p:nvPr>
            <p:ph idx="14" type="pic"/>
          </p:nvPr>
        </p:nvSpPr>
        <p:spPr>
          <a:xfrm>
            <a:off x="147475" y="1468700"/>
            <a:ext cx="1550700" cy="1971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87" name="Google Shape;187;p10"/>
          <p:cNvSpPr/>
          <p:nvPr>
            <p:ph idx="15" type="pic"/>
          </p:nvPr>
        </p:nvSpPr>
        <p:spPr>
          <a:xfrm>
            <a:off x="3859675" y="2638375"/>
            <a:ext cx="1488300" cy="1957800"/>
          </a:xfrm>
          <a:prstGeom prst="snip1Rect">
            <a:avLst>
              <a:gd fmla="val 34843" name="adj"/>
            </a:avLst>
          </a:prstGeom>
          <a:noFill/>
          <a:ln>
            <a:noFill/>
          </a:ln>
        </p:spPr>
      </p:sp>
      <p:sp>
        <p:nvSpPr>
          <p:cNvPr id="188" name="Google Shape;188;p10"/>
          <p:cNvSpPr/>
          <p:nvPr>
            <p:ph idx="16" type="pic"/>
          </p:nvPr>
        </p:nvSpPr>
        <p:spPr>
          <a:xfrm>
            <a:off x="5612925" y="1468725"/>
            <a:ext cx="1551300" cy="1971600"/>
          </a:xfrm>
          <a:prstGeom prst="snip1Rect">
            <a:avLst>
              <a:gd fmla="val 24641" name="adj"/>
            </a:avLst>
          </a:prstGeom>
          <a:noFill/>
          <a:ln>
            <a:noFill/>
          </a:ln>
        </p:spPr>
      </p:sp>
      <p:sp>
        <p:nvSpPr>
          <p:cNvPr id="189" name="Google Shape;189;p10"/>
          <p:cNvSpPr/>
          <p:nvPr>
            <p:ph idx="17" type="pic"/>
          </p:nvPr>
        </p:nvSpPr>
        <p:spPr>
          <a:xfrm>
            <a:off x="7465625" y="2624575"/>
            <a:ext cx="1551300" cy="1971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90" name="Google Shape;190;p10"/>
          <p:cNvSpPr txBox="1"/>
          <p:nvPr>
            <p:ph idx="18" type="subTitle"/>
          </p:nvPr>
        </p:nvSpPr>
        <p:spPr>
          <a:xfrm>
            <a:off x="0" y="0"/>
            <a:ext cx="3396600" cy="3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grpSp>
        <p:nvGrpSpPr>
          <p:cNvPr id="191" name="Google Shape;191;p10"/>
          <p:cNvGrpSpPr/>
          <p:nvPr/>
        </p:nvGrpSpPr>
        <p:grpSpPr>
          <a:xfrm rot="5400000">
            <a:off x="8783586" y="41327"/>
            <a:ext cx="216849" cy="249848"/>
            <a:chOff x="1208925" y="3513700"/>
            <a:chExt cx="710050" cy="818100"/>
          </a:xfrm>
        </p:grpSpPr>
        <p:cxnSp>
          <p:nvCxnSpPr>
            <p:cNvPr id="192" name="Google Shape;192;p10"/>
            <p:cNvCxnSpPr/>
            <p:nvPr/>
          </p:nvCxnSpPr>
          <p:spPr>
            <a:xfrm>
              <a:off x="1563950" y="3513700"/>
              <a:ext cx="0" cy="818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10"/>
            <p:cNvCxnSpPr/>
            <p:nvPr/>
          </p:nvCxnSpPr>
          <p:spPr>
            <a:xfrm>
              <a:off x="1290350" y="3900050"/>
              <a:ext cx="547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10"/>
            <p:cNvSpPr/>
            <p:nvPr/>
          </p:nvSpPr>
          <p:spPr>
            <a:xfrm>
              <a:off x="1760575" y="3513700"/>
              <a:ext cx="158400" cy="1584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0"/>
            <p:cNvSpPr/>
            <p:nvPr/>
          </p:nvSpPr>
          <p:spPr>
            <a:xfrm rot="-5400000">
              <a:off x="1208925" y="3513700"/>
              <a:ext cx="158400" cy="1584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0"/>
            <p:cNvSpPr/>
            <p:nvPr/>
          </p:nvSpPr>
          <p:spPr>
            <a:xfrm rot="10800000">
              <a:off x="1208925" y="4128000"/>
              <a:ext cx="158400" cy="1584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0"/>
            <p:cNvSpPr/>
            <p:nvPr/>
          </p:nvSpPr>
          <p:spPr>
            <a:xfrm rot="5400000">
              <a:off x="1760575" y="4128000"/>
              <a:ext cx="158400" cy="1584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10"/>
          <p:cNvSpPr txBox="1"/>
          <p:nvPr>
            <p:ph idx="19" type="ctrTitle"/>
          </p:nvPr>
        </p:nvSpPr>
        <p:spPr>
          <a:xfrm>
            <a:off x="335400" y="466575"/>
            <a:ext cx="52776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ITLE_1_1_4_2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1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201" name="Google Shape;201;p11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202" name="Google Shape;202;p11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203" name="Google Shape;203;p11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11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11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6" name="Google Shape;206;p11"/>
          <p:cNvSpPr txBox="1"/>
          <p:nvPr>
            <p:ph type="ctrTitle"/>
          </p:nvPr>
        </p:nvSpPr>
        <p:spPr>
          <a:xfrm>
            <a:off x="335400" y="466575"/>
            <a:ext cx="2148300" cy="3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207" name="Google Shape;207;p11"/>
          <p:cNvSpPr txBox="1"/>
          <p:nvPr>
            <p:ph idx="1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11"/>
          <p:cNvSpPr txBox="1"/>
          <p:nvPr>
            <p:ph idx="2" type="subTitle"/>
          </p:nvPr>
        </p:nvSpPr>
        <p:spPr>
          <a:xfrm>
            <a:off x="7942675" y="4532900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09" name="Google Shape;209;p11"/>
          <p:cNvSpPr txBox="1"/>
          <p:nvPr>
            <p:ph idx="3" type="title"/>
          </p:nvPr>
        </p:nvSpPr>
        <p:spPr>
          <a:xfrm>
            <a:off x="7942675" y="4254075"/>
            <a:ext cx="12129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210" name="Google Shape;210;p11"/>
          <p:cNvSpPr txBox="1"/>
          <p:nvPr>
            <p:ph idx="4" type="subTitle"/>
          </p:nvPr>
        </p:nvSpPr>
        <p:spPr>
          <a:xfrm>
            <a:off x="5281600" y="4532925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11" name="Google Shape;211;p11"/>
          <p:cNvSpPr txBox="1"/>
          <p:nvPr>
            <p:ph idx="5" type="title"/>
          </p:nvPr>
        </p:nvSpPr>
        <p:spPr>
          <a:xfrm>
            <a:off x="5281600" y="4254075"/>
            <a:ext cx="11934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11"/>
          <p:cNvSpPr txBox="1"/>
          <p:nvPr>
            <p:ph idx="6" type="subTitle"/>
          </p:nvPr>
        </p:nvSpPr>
        <p:spPr>
          <a:xfrm>
            <a:off x="3939475" y="4532925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13" name="Google Shape;213;p11"/>
          <p:cNvSpPr txBox="1"/>
          <p:nvPr>
            <p:ph idx="7" type="title"/>
          </p:nvPr>
        </p:nvSpPr>
        <p:spPr>
          <a:xfrm>
            <a:off x="3939475" y="4254075"/>
            <a:ext cx="12051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214" name="Google Shape;214;p11"/>
          <p:cNvSpPr txBox="1"/>
          <p:nvPr>
            <p:ph idx="8" type="subTitle"/>
          </p:nvPr>
        </p:nvSpPr>
        <p:spPr>
          <a:xfrm>
            <a:off x="2604650" y="4532900"/>
            <a:ext cx="11934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15" name="Google Shape;215;p11"/>
          <p:cNvSpPr txBox="1"/>
          <p:nvPr>
            <p:ph idx="9" type="title"/>
          </p:nvPr>
        </p:nvSpPr>
        <p:spPr>
          <a:xfrm>
            <a:off x="2604650" y="4254075"/>
            <a:ext cx="12129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11"/>
          <p:cNvSpPr txBox="1"/>
          <p:nvPr>
            <p:ph idx="13" type="subTitle"/>
          </p:nvPr>
        </p:nvSpPr>
        <p:spPr>
          <a:xfrm>
            <a:off x="7950622" y="608725"/>
            <a:ext cx="11934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17" name="Google Shape;217;p11"/>
          <p:cNvSpPr txBox="1"/>
          <p:nvPr>
            <p:ph idx="14" type="title"/>
          </p:nvPr>
        </p:nvSpPr>
        <p:spPr>
          <a:xfrm>
            <a:off x="7950600" y="329900"/>
            <a:ext cx="12051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11"/>
          <p:cNvSpPr txBox="1"/>
          <p:nvPr>
            <p:ph idx="15" type="subTitle"/>
          </p:nvPr>
        </p:nvSpPr>
        <p:spPr>
          <a:xfrm>
            <a:off x="6616648" y="608725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19" name="Google Shape;219;p11"/>
          <p:cNvSpPr txBox="1"/>
          <p:nvPr>
            <p:ph idx="16" type="title"/>
          </p:nvPr>
        </p:nvSpPr>
        <p:spPr>
          <a:xfrm>
            <a:off x="6616625" y="329900"/>
            <a:ext cx="12051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220" name="Google Shape;220;p11"/>
          <p:cNvSpPr txBox="1"/>
          <p:nvPr>
            <p:ph idx="17" type="subTitle"/>
          </p:nvPr>
        </p:nvSpPr>
        <p:spPr>
          <a:xfrm>
            <a:off x="5289547" y="608750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21" name="Google Shape;221;p11"/>
          <p:cNvSpPr txBox="1"/>
          <p:nvPr>
            <p:ph idx="18" type="title"/>
          </p:nvPr>
        </p:nvSpPr>
        <p:spPr>
          <a:xfrm>
            <a:off x="5289525" y="329900"/>
            <a:ext cx="11934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222" name="Google Shape;222;p11"/>
          <p:cNvSpPr txBox="1"/>
          <p:nvPr>
            <p:ph idx="19" type="subTitle"/>
          </p:nvPr>
        </p:nvSpPr>
        <p:spPr>
          <a:xfrm>
            <a:off x="2612598" y="608725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23" name="Google Shape;223;p11"/>
          <p:cNvSpPr txBox="1"/>
          <p:nvPr>
            <p:ph idx="20" type="subTitle"/>
          </p:nvPr>
        </p:nvSpPr>
        <p:spPr>
          <a:xfrm>
            <a:off x="3947423" y="608750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24" name="Google Shape;224;p11"/>
          <p:cNvSpPr txBox="1"/>
          <p:nvPr>
            <p:ph idx="21" type="title"/>
          </p:nvPr>
        </p:nvSpPr>
        <p:spPr>
          <a:xfrm>
            <a:off x="3947400" y="329900"/>
            <a:ext cx="11934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11"/>
          <p:cNvSpPr txBox="1"/>
          <p:nvPr>
            <p:ph idx="22" type="title"/>
          </p:nvPr>
        </p:nvSpPr>
        <p:spPr>
          <a:xfrm>
            <a:off x="2612575" y="329900"/>
            <a:ext cx="11934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/>
        </p:txBody>
      </p:sp>
      <p:sp>
        <p:nvSpPr>
          <p:cNvPr id="226" name="Google Shape;226;p11"/>
          <p:cNvSpPr txBox="1"/>
          <p:nvPr>
            <p:ph idx="23" type="subTitle"/>
          </p:nvPr>
        </p:nvSpPr>
        <p:spPr>
          <a:xfrm>
            <a:off x="6608700" y="4532900"/>
            <a:ext cx="1205100" cy="61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27" name="Google Shape;227;p11"/>
          <p:cNvSpPr txBox="1"/>
          <p:nvPr>
            <p:ph idx="24" type="title"/>
          </p:nvPr>
        </p:nvSpPr>
        <p:spPr>
          <a:xfrm>
            <a:off x="6608700" y="4254075"/>
            <a:ext cx="1205100" cy="27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11"/>
          <p:cNvSpPr/>
          <p:nvPr>
            <p:ph idx="25" type="pic"/>
          </p:nvPr>
        </p:nvSpPr>
        <p:spPr>
          <a:xfrm>
            <a:off x="2623825" y="2832794"/>
            <a:ext cx="1081200" cy="1422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29" name="Google Shape;229;p11"/>
          <p:cNvSpPr/>
          <p:nvPr>
            <p:ph idx="26" type="pic"/>
          </p:nvPr>
        </p:nvSpPr>
        <p:spPr>
          <a:xfrm>
            <a:off x="3958200" y="2832794"/>
            <a:ext cx="1081200" cy="1422600"/>
          </a:xfrm>
          <a:prstGeom prst="snip1Rect">
            <a:avLst>
              <a:gd fmla="val 29150" name="adj"/>
            </a:avLst>
          </a:prstGeom>
          <a:noFill/>
          <a:ln>
            <a:noFill/>
          </a:ln>
        </p:spPr>
      </p:sp>
      <p:sp>
        <p:nvSpPr>
          <p:cNvPr id="230" name="Google Shape;230;p11"/>
          <p:cNvSpPr/>
          <p:nvPr>
            <p:ph idx="27" type="pic"/>
          </p:nvPr>
        </p:nvSpPr>
        <p:spPr>
          <a:xfrm>
            <a:off x="5293850" y="2832794"/>
            <a:ext cx="1081200" cy="1422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1" name="Google Shape;231;p11"/>
          <p:cNvSpPr/>
          <p:nvPr>
            <p:ph idx="28" type="pic"/>
          </p:nvPr>
        </p:nvSpPr>
        <p:spPr>
          <a:xfrm>
            <a:off x="6625625" y="2832794"/>
            <a:ext cx="1081200" cy="1422600"/>
          </a:xfrm>
          <a:prstGeom prst="snip1Rect">
            <a:avLst>
              <a:gd fmla="val 27187" name="adj"/>
            </a:avLst>
          </a:prstGeom>
          <a:noFill/>
          <a:ln>
            <a:noFill/>
          </a:ln>
        </p:spPr>
      </p:sp>
      <p:sp>
        <p:nvSpPr>
          <p:cNvPr id="232" name="Google Shape;232;p11"/>
          <p:cNvSpPr/>
          <p:nvPr>
            <p:ph idx="29" type="pic"/>
          </p:nvPr>
        </p:nvSpPr>
        <p:spPr>
          <a:xfrm>
            <a:off x="7946575" y="2832794"/>
            <a:ext cx="1081200" cy="1422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3" name="Google Shape;233;p11"/>
          <p:cNvSpPr/>
          <p:nvPr>
            <p:ph idx="30" type="pic"/>
          </p:nvPr>
        </p:nvSpPr>
        <p:spPr>
          <a:xfrm>
            <a:off x="2623825" y="1232594"/>
            <a:ext cx="1081200" cy="1422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4" name="Google Shape;234;p11"/>
          <p:cNvSpPr/>
          <p:nvPr>
            <p:ph idx="31" type="pic"/>
          </p:nvPr>
        </p:nvSpPr>
        <p:spPr>
          <a:xfrm>
            <a:off x="3958200" y="1232594"/>
            <a:ext cx="1081200" cy="1422600"/>
          </a:xfrm>
          <a:prstGeom prst="snip1Rect">
            <a:avLst>
              <a:gd fmla="val 29150" name="adj"/>
            </a:avLst>
          </a:prstGeom>
          <a:noFill/>
          <a:ln>
            <a:noFill/>
          </a:ln>
        </p:spPr>
      </p:sp>
      <p:sp>
        <p:nvSpPr>
          <p:cNvPr id="235" name="Google Shape;235;p11"/>
          <p:cNvSpPr/>
          <p:nvPr>
            <p:ph idx="32" type="pic"/>
          </p:nvPr>
        </p:nvSpPr>
        <p:spPr>
          <a:xfrm>
            <a:off x="5293850" y="1232594"/>
            <a:ext cx="1081200" cy="14226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6" name="Google Shape;236;p11"/>
          <p:cNvSpPr/>
          <p:nvPr>
            <p:ph idx="33" type="pic"/>
          </p:nvPr>
        </p:nvSpPr>
        <p:spPr>
          <a:xfrm>
            <a:off x="6625625" y="1232594"/>
            <a:ext cx="1081200" cy="1422600"/>
          </a:xfrm>
          <a:prstGeom prst="snip1Rect">
            <a:avLst>
              <a:gd fmla="val 33134" name="adj"/>
            </a:avLst>
          </a:prstGeom>
          <a:noFill/>
          <a:ln>
            <a:noFill/>
          </a:ln>
        </p:spPr>
      </p:sp>
      <p:sp>
        <p:nvSpPr>
          <p:cNvPr id="237" name="Google Shape;237;p11"/>
          <p:cNvSpPr/>
          <p:nvPr>
            <p:ph idx="34" type="pic"/>
          </p:nvPr>
        </p:nvSpPr>
        <p:spPr>
          <a:xfrm>
            <a:off x="7946575" y="1232594"/>
            <a:ext cx="1081200" cy="1422600"/>
          </a:xfrm>
          <a:prstGeom prst="snip1Rect">
            <a:avLst>
              <a:gd fmla="val 2232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+ images">
  <p:cSld name="CUSTOM_2">
    <p:bg>
      <p:bgPr>
        <a:solidFill>
          <a:schemeClr val="lt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 txBox="1"/>
          <p:nvPr>
            <p:ph type="title"/>
          </p:nvPr>
        </p:nvSpPr>
        <p:spPr>
          <a:xfrm>
            <a:off x="7568637" y="418577"/>
            <a:ext cx="1005300" cy="327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 b="1" sz="16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0" name="Google Shape;240;p12"/>
          <p:cNvSpPr txBox="1"/>
          <p:nvPr>
            <p:ph idx="2" type="title"/>
          </p:nvPr>
        </p:nvSpPr>
        <p:spPr>
          <a:xfrm>
            <a:off x="5636352" y="418577"/>
            <a:ext cx="1005300" cy="327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 b="1" sz="16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1" name="Google Shape;241;p12"/>
          <p:cNvSpPr txBox="1"/>
          <p:nvPr>
            <p:ph idx="3" type="title"/>
          </p:nvPr>
        </p:nvSpPr>
        <p:spPr>
          <a:xfrm>
            <a:off x="3725852" y="418577"/>
            <a:ext cx="1005300" cy="327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 b="1" sz="16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b="1" sz="1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2" name="Google Shape;242;p12"/>
          <p:cNvSpPr/>
          <p:nvPr/>
        </p:nvSpPr>
        <p:spPr>
          <a:xfrm>
            <a:off x="-7450" y="-3650"/>
            <a:ext cx="3287100" cy="33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3" name="Google Shape;243;p12"/>
          <p:cNvSpPr txBox="1"/>
          <p:nvPr>
            <p:ph idx="1" type="subTitle"/>
          </p:nvPr>
        </p:nvSpPr>
        <p:spPr>
          <a:xfrm>
            <a:off x="426025" y="1345400"/>
            <a:ext cx="2346300" cy="64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244" name="Google Shape;244;p12"/>
          <p:cNvSpPr/>
          <p:nvPr>
            <p:ph idx="4" type="pic"/>
          </p:nvPr>
        </p:nvSpPr>
        <p:spPr>
          <a:xfrm>
            <a:off x="426025" y="3373486"/>
            <a:ext cx="7743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5" name="Google Shape;245;p12"/>
          <p:cNvSpPr/>
          <p:nvPr>
            <p:ph idx="5" type="pic"/>
          </p:nvPr>
        </p:nvSpPr>
        <p:spPr>
          <a:xfrm>
            <a:off x="1230300" y="3373474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6" name="Google Shape;246;p12"/>
          <p:cNvSpPr/>
          <p:nvPr>
            <p:ph idx="6" type="pic"/>
          </p:nvPr>
        </p:nvSpPr>
        <p:spPr>
          <a:xfrm>
            <a:off x="1230300" y="4047794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12"/>
          <p:cNvSpPr/>
          <p:nvPr>
            <p:ph idx="7" type="pic"/>
          </p:nvPr>
        </p:nvSpPr>
        <p:spPr>
          <a:xfrm>
            <a:off x="2025276" y="4047794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8" name="Google Shape;248;p12"/>
          <p:cNvSpPr/>
          <p:nvPr>
            <p:ph idx="8" type="pic"/>
          </p:nvPr>
        </p:nvSpPr>
        <p:spPr>
          <a:xfrm>
            <a:off x="2025276" y="3373474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" name="Google Shape;249;p12"/>
          <p:cNvSpPr/>
          <p:nvPr>
            <p:ph idx="9" type="pic"/>
          </p:nvPr>
        </p:nvSpPr>
        <p:spPr>
          <a:xfrm>
            <a:off x="425925" y="2024850"/>
            <a:ext cx="7743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" name="Google Shape;250;p12"/>
          <p:cNvSpPr/>
          <p:nvPr>
            <p:ph idx="13" type="pic"/>
          </p:nvPr>
        </p:nvSpPr>
        <p:spPr>
          <a:xfrm>
            <a:off x="1230300" y="2024857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1" name="Google Shape;251;p12"/>
          <p:cNvSpPr/>
          <p:nvPr>
            <p:ph idx="14" type="pic"/>
          </p:nvPr>
        </p:nvSpPr>
        <p:spPr>
          <a:xfrm>
            <a:off x="426025" y="2710201"/>
            <a:ext cx="7743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" name="Google Shape;252;p12"/>
          <p:cNvSpPr/>
          <p:nvPr>
            <p:ph idx="15" type="pic"/>
          </p:nvPr>
        </p:nvSpPr>
        <p:spPr>
          <a:xfrm>
            <a:off x="1230300" y="2699177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3" name="Google Shape;253;p12"/>
          <p:cNvSpPr/>
          <p:nvPr>
            <p:ph idx="16" type="pic"/>
          </p:nvPr>
        </p:nvSpPr>
        <p:spPr>
          <a:xfrm>
            <a:off x="2025276" y="2699177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4" name="Google Shape;254;p12"/>
          <p:cNvSpPr/>
          <p:nvPr>
            <p:ph idx="17" type="pic"/>
          </p:nvPr>
        </p:nvSpPr>
        <p:spPr>
          <a:xfrm>
            <a:off x="2025276" y="2024857"/>
            <a:ext cx="7650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5" name="Google Shape;255;p12"/>
          <p:cNvSpPr/>
          <p:nvPr>
            <p:ph idx="18" type="pic"/>
          </p:nvPr>
        </p:nvSpPr>
        <p:spPr>
          <a:xfrm>
            <a:off x="426025" y="4036750"/>
            <a:ext cx="774300" cy="642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2"/>
          <p:cNvSpPr txBox="1"/>
          <p:nvPr>
            <p:ph idx="19" type="ctrTitle"/>
          </p:nvPr>
        </p:nvSpPr>
        <p:spPr>
          <a:xfrm>
            <a:off x="335400" y="466575"/>
            <a:ext cx="2715300" cy="8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9pPr>
          </a:lstStyle>
          <a:p/>
        </p:txBody>
      </p:sp>
      <p:sp>
        <p:nvSpPr>
          <p:cNvPr id="257" name="Google Shape;257;p12"/>
          <p:cNvSpPr/>
          <p:nvPr/>
        </p:nvSpPr>
        <p:spPr>
          <a:xfrm>
            <a:off x="3088030" y="114407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258" name="Google Shape;258;p12"/>
          <p:cNvSpPr/>
          <p:nvPr/>
        </p:nvSpPr>
        <p:spPr>
          <a:xfrm rot="10800000">
            <a:off x="2707146" y="114476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259" name="Google Shape;259;p12"/>
          <p:cNvCxnSpPr/>
          <p:nvPr/>
        </p:nvCxnSpPr>
        <p:spPr>
          <a:xfrm>
            <a:off x="2578169" y="-5981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2"/>
          <p:cNvCxnSpPr/>
          <p:nvPr/>
        </p:nvCxnSpPr>
        <p:spPr>
          <a:xfrm>
            <a:off x="2936884" y="-3413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2"/>
          <p:cNvSpPr txBox="1"/>
          <p:nvPr>
            <p:ph idx="20" type="subTitle"/>
          </p:nvPr>
        </p:nvSpPr>
        <p:spPr>
          <a:xfrm>
            <a:off x="0" y="0"/>
            <a:ext cx="25782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3_2_1">
    <p:bg>
      <p:bgPr>
        <a:solidFill>
          <a:schemeClr val="accent5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" name="Google Shape;263;p13"/>
          <p:cNvCxnSpPr/>
          <p:nvPr/>
        </p:nvCxnSpPr>
        <p:spPr>
          <a:xfrm rot="10800000">
            <a:off x="6150450" y="4818800"/>
            <a:ext cx="2993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3"/>
          <p:cNvSpPr/>
          <p:nvPr/>
        </p:nvSpPr>
        <p:spPr>
          <a:xfrm>
            <a:off x="-9525" y="4814475"/>
            <a:ext cx="6525275" cy="342200"/>
          </a:xfrm>
          <a:custGeom>
            <a:rect b="b" l="l" r="r" t="t"/>
            <a:pathLst>
              <a:path extrusionOk="0" h="13688" w="261011">
                <a:moveTo>
                  <a:pt x="261011" y="13571"/>
                </a:moveTo>
                <a:lnTo>
                  <a:pt x="246428" y="0"/>
                </a:lnTo>
                <a:lnTo>
                  <a:pt x="0" y="0"/>
                </a:lnTo>
                <a:lnTo>
                  <a:pt x="6" y="136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265" name="Google Shape;265;p13"/>
          <p:cNvSpPr/>
          <p:nvPr/>
        </p:nvSpPr>
        <p:spPr>
          <a:xfrm>
            <a:off x="2418625" y="-9750"/>
            <a:ext cx="6725525" cy="745975"/>
          </a:xfrm>
          <a:custGeom>
            <a:rect b="b" l="l" r="r" t="t"/>
            <a:pathLst>
              <a:path extrusionOk="0" h="29839" w="269021">
                <a:moveTo>
                  <a:pt x="268943" y="29596"/>
                </a:moveTo>
                <a:lnTo>
                  <a:pt x="178422" y="29839"/>
                </a:lnTo>
                <a:lnTo>
                  <a:pt x="167194" y="19738"/>
                </a:lnTo>
                <a:lnTo>
                  <a:pt x="24549" y="20084"/>
                </a:lnTo>
                <a:lnTo>
                  <a:pt x="0" y="0"/>
                </a:lnTo>
                <a:lnTo>
                  <a:pt x="269021" y="2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266" name="Google Shape;266;p13"/>
          <p:cNvSpPr txBox="1"/>
          <p:nvPr>
            <p:ph idx="1" type="subTitle"/>
          </p:nvPr>
        </p:nvSpPr>
        <p:spPr>
          <a:xfrm>
            <a:off x="0" y="4828925"/>
            <a:ext cx="33966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13"/>
          <p:cNvSpPr/>
          <p:nvPr/>
        </p:nvSpPr>
        <p:spPr>
          <a:xfrm>
            <a:off x="-75" y="632075"/>
            <a:ext cx="9143737" cy="1972250"/>
          </a:xfrm>
          <a:custGeom>
            <a:rect b="b" l="l" r="r" t="t"/>
            <a:pathLst>
              <a:path extrusionOk="0" h="78890" w="367329">
                <a:moveTo>
                  <a:pt x="0" y="0"/>
                </a:moveTo>
                <a:lnTo>
                  <a:pt x="261097" y="0"/>
                </a:lnTo>
                <a:lnTo>
                  <a:pt x="345814" y="78890"/>
                </a:lnTo>
                <a:lnTo>
                  <a:pt x="367329" y="78890"/>
                </a:lnTo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"/>
          <p:cNvSpPr txBox="1"/>
          <p:nvPr>
            <p:ph type="ctrTitle"/>
          </p:nvPr>
        </p:nvSpPr>
        <p:spPr>
          <a:xfrm>
            <a:off x="308075" y="1192675"/>
            <a:ext cx="8124300" cy="321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69" name="Google Shape;269;p13"/>
          <p:cNvGrpSpPr/>
          <p:nvPr/>
        </p:nvGrpSpPr>
        <p:grpSpPr>
          <a:xfrm>
            <a:off x="8912572" y="959031"/>
            <a:ext cx="56807" cy="705200"/>
            <a:chOff x="1520050" y="1847100"/>
            <a:chExt cx="80100" cy="994500"/>
          </a:xfrm>
        </p:grpSpPr>
        <p:sp>
          <p:nvSpPr>
            <p:cNvPr id="270" name="Google Shape;270;p13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275" name="Google Shape;275;p13"/>
          <p:cNvGrpSpPr/>
          <p:nvPr/>
        </p:nvGrpSpPr>
        <p:grpSpPr>
          <a:xfrm>
            <a:off x="143596" y="127489"/>
            <a:ext cx="185652" cy="162246"/>
            <a:chOff x="8834250" y="614850"/>
            <a:chExt cx="221700" cy="193750"/>
          </a:xfrm>
        </p:grpSpPr>
        <p:cxnSp>
          <p:nvCxnSpPr>
            <p:cNvPr id="276" name="Google Shape;276;p13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3"/>
          <p:cNvSpPr/>
          <p:nvPr/>
        </p:nvSpPr>
        <p:spPr>
          <a:xfrm>
            <a:off x="8942330" y="49313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80" name="Google Shape;280;p13"/>
          <p:cNvSpPr/>
          <p:nvPr/>
        </p:nvSpPr>
        <p:spPr>
          <a:xfrm rot="10800000">
            <a:off x="8561446" y="49314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cxnSp>
        <p:nvCxnSpPr>
          <p:cNvPr id="281" name="Google Shape;281;p13"/>
          <p:cNvCxnSpPr/>
          <p:nvPr/>
        </p:nvCxnSpPr>
        <p:spPr>
          <a:xfrm>
            <a:off x="8432469" y="4810944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3"/>
          <p:cNvCxnSpPr/>
          <p:nvPr/>
        </p:nvCxnSpPr>
        <p:spPr>
          <a:xfrm>
            <a:off x="8791184" y="4813512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3_2">
    <p:bg>
      <p:bgPr>
        <a:solidFill>
          <a:schemeClr val="accen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14"/>
          <p:cNvCxnSpPr/>
          <p:nvPr/>
        </p:nvCxnSpPr>
        <p:spPr>
          <a:xfrm rot="10800000">
            <a:off x="6155850" y="4813500"/>
            <a:ext cx="29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4"/>
          <p:cNvSpPr/>
          <p:nvPr/>
        </p:nvSpPr>
        <p:spPr>
          <a:xfrm>
            <a:off x="-9525" y="4814475"/>
            <a:ext cx="6525275" cy="342200"/>
          </a:xfrm>
          <a:custGeom>
            <a:rect b="b" l="l" r="r" t="t"/>
            <a:pathLst>
              <a:path extrusionOk="0" h="13688" w="261011">
                <a:moveTo>
                  <a:pt x="261011" y="13571"/>
                </a:moveTo>
                <a:lnTo>
                  <a:pt x="246428" y="0"/>
                </a:lnTo>
                <a:lnTo>
                  <a:pt x="0" y="0"/>
                </a:lnTo>
                <a:lnTo>
                  <a:pt x="6" y="1368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6" name="Google Shape;286;p14"/>
          <p:cNvSpPr/>
          <p:nvPr/>
        </p:nvSpPr>
        <p:spPr>
          <a:xfrm>
            <a:off x="8942330" y="49313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7" name="Google Shape;287;p14"/>
          <p:cNvSpPr/>
          <p:nvPr/>
        </p:nvSpPr>
        <p:spPr>
          <a:xfrm rot="10800000">
            <a:off x="8561446" y="49314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288" name="Google Shape;288;p14"/>
          <p:cNvCxnSpPr/>
          <p:nvPr/>
        </p:nvCxnSpPr>
        <p:spPr>
          <a:xfrm>
            <a:off x="8432469" y="4810944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4"/>
          <p:cNvCxnSpPr/>
          <p:nvPr/>
        </p:nvCxnSpPr>
        <p:spPr>
          <a:xfrm>
            <a:off x="8791184" y="4813512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4"/>
          <p:cNvSpPr/>
          <p:nvPr/>
        </p:nvSpPr>
        <p:spPr>
          <a:xfrm>
            <a:off x="2418625" y="-9750"/>
            <a:ext cx="6725525" cy="745975"/>
          </a:xfrm>
          <a:custGeom>
            <a:rect b="b" l="l" r="r" t="t"/>
            <a:pathLst>
              <a:path extrusionOk="0" h="29839" w="269021">
                <a:moveTo>
                  <a:pt x="268943" y="29596"/>
                </a:moveTo>
                <a:lnTo>
                  <a:pt x="178422" y="29839"/>
                </a:lnTo>
                <a:lnTo>
                  <a:pt x="167194" y="19738"/>
                </a:lnTo>
                <a:lnTo>
                  <a:pt x="24549" y="20084"/>
                </a:lnTo>
                <a:lnTo>
                  <a:pt x="0" y="0"/>
                </a:lnTo>
                <a:lnTo>
                  <a:pt x="269021" y="23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91" name="Google Shape;291;p14"/>
          <p:cNvSpPr txBox="1"/>
          <p:nvPr>
            <p:ph idx="1" type="subTitle"/>
          </p:nvPr>
        </p:nvSpPr>
        <p:spPr>
          <a:xfrm>
            <a:off x="0" y="4828925"/>
            <a:ext cx="33966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Nunito Sans"/>
              <a:buNone/>
              <a:defRPr sz="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92" name="Google Shape;292;p14"/>
          <p:cNvSpPr txBox="1"/>
          <p:nvPr>
            <p:ph type="ctrTitle"/>
          </p:nvPr>
        </p:nvSpPr>
        <p:spPr>
          <a:xfrm>
            <a:off x="308075" y="1192675"/>
            <a:ext cx="8124300" cy="321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93" name="Google Shape;293;p14"/>
          <p:cNvGrpSpPr/>
          <p:nvPr/>
        </p:nvGrpSpPr>
        <p:grpSpPr>
          <a:xfrm>
            <a:off x="143596" y="127489"/>
            <a:ext cx="185652" cy="162246"/>
            <a:chOff x="8834250" y="614850"/>
            <a:chExt cx="221700" cy="193750"/>
          </a:xfrm>
        </p:grpSpPr>
        <p:cxnSp>
          <p:nvCxnSpPr>
            <p:cNvPr id="294" name="Google Shape;294;p14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7" name="Google Shape;297;p14"/>
          <p:cNvSpPr/>
          <p:nvPr/>
        </p:nvSpPr>
        <p:spPr>
          <a:xfrm>
            <a:off x="-75" y="632075"/>
            <a:ext cx="9143737" cy="1972250"/>
          </a:xfrm>
          <a:custGeom>
            <a:rect b="b" l="l" r="r" t="t"/>
            <a:pathLst>
              <a:path extrusionOk="0" h="78890" w="367329">
                <a:moveTo>
                  <a:pt x="0" y="0"/>
                </a:moveTo>
                <a:lnTo>
                  <a:pt x="261097" y="0"/>
                </a:lnTo>
                <a:lnTo>
                  <a:pt x="345814" y="78890"/>
                </a:lnTo>
                <a:lnTo>
                  <a:pt x="367329" y="7889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98" name="Google Shape;298;p14"/>
          <p:cNvGrpSpPr/>
          <p:nvPr/>
        </p:nvGrpSpPr>
        <p:grpSpPr>
          <a:xfrm>
            <a:off x="8912572" y="959031"/>
            <a:ext cx="56807" cy="705200"/>
            <a:chOff x="1520050" y="1847100"/>
            <a:chExt cx="80100" cy="994500"/>
          </a:xfrm>
        </p:grpSpPr>
        <p:sp>
          <p:nvSpPr>
            <p:cNvPr id="299" name="Google Shape;299;p14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CUSTOM_3_1_1_1"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/>
          <p:nvPr/>
        </p:nvSpPr>
        <p:spPr>
          <a:xfrm>
            <a:off x="6828825" y="284675"/>
            <a:ext cx="2129125" cy="4868950"/>
          </a:xfrm>
          <a:custGeom>
            <a:rect b="b" l="l" r="r" t="t"/>
            <a:pathLst>
              <a:path extrusionOk="0" h="194758" w="85165">
                <a:moveTo>
                  <a:pt x="0" y="0"/>
                </a:moveTo>
                <a:lnTo>
                  <a:pt x="85165" y="98388"/>
                </a:lnTo>
                <a:lnTo>
                  <a:pt x="224" y="194758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06" name="Google Shape;306;p15"/>
          <p:cNvGrpSpPr/>
          <p:nvPr/>
        </p:nvGrpSpPr>
        <p:grpSpPr>
          <a:xfrm>
            <a:off x="8511558" y="4772568"/>
            <a:ext cx="434628" cy="204679"/>
            <a:chOff x="11562000" y="3311675"/>
            <a:chExt cx="711571" cy="335100"/>
          </a:xfrm>
        </p:grpSpPr>
        <p:sp>
          <p:nvSpPr>
            <p:cNvPr id="307" name="Google Shape;307;p15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12011671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1562000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</p:grpSp>
      <p:sp>
        <p:nvSpPr>
          <p:cNvPr id="310" name="Google Shape;310;p15"/>
          <p:cNvSpPr txBox="1"/>
          <p:nvPr>
            <p:ph idx="1" type="subTitle"/>
          </p:nvPr>
        </p:nvSpPr>
        <p:spPr>
          <a:xfrm>
            <a:off x="646550" y="2038775"/>
            <a:ext cx="4524600" cy="23526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15"/>
          <p:cNvSpPr/>
          <p:nvPr/>
        </p:nvSpPr>
        <p:spPr>
          <a:xfrm>
            <a:off x="2652800" y="-3800"/>
            <a:ext cx="6491200" cy="336650"/>
          </a:xfrm>
          <a:custGeom>
            <a:rect b="b" l="l" r="r" t="t"/>
            <a:pathLst>
              <a:path extrusionOk="0" h="13466" w="259648">
                <a:moveTo>
                  <a:pt x="259648" y="13240"/>
                </a:moveTo>
                <a:lnTo>
                  <a:pt x="168482" y="13466"/>
                </a:lnTo>
                <a:lnTo>
                  <a:pt x="164138" y="8554"/>
                </a:lnTo>
                <a:lnTo>
                  <a:pt x="8417" y="8506"/>
                </a:lnTo>
                <a:lnTo>
                  <a:pt x="0" y="105"/>
                </a:lnTo>
                <a:lnTo>
                  <a:pt x="25964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12" name="Google Shape;312;p15"/>
          <p:cNvSpPr/>
          <p:nvPr/>
        </p:nvSpPr>
        <p:spPr>
          <a:xfrm flipH="1">
            <a:off x="366350" y="3214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15"/>
          <p:cNvSpPr/>
          <p:nvPr/>
        </p:nvSpPr>
        <p:spPr>
          <a:xfrm flipH="1">
            <a:off x="314750" y="3730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4" name="Google Shape;314;p15"/>
          <p:cNvSpPr/>
          <p:nvPr/>
        </p:nvSpPr>
        <p:spPr>
          <a:xfrm rot="10800000">
            <a:off x="-964" y="4793918"/>
            <a:ext cx="6577164" cy="363882"/>
          </a:xfrm>
          <a:custGeom>
            <a:rect b="b" l="l" r="r" t="t"/>
            <a:pathLst>
              <a:path extrusionOk="0" h="17488" w="263429">
                <a:moveTo>
                  <a:pt x="0" y="0"/>
                </a:moveTo>
                <a:lnTo>
                  <a:pt x="17001" y="17488"/>
                </a:lnTo>
                <a:lnTo>
                  <a:pt x="263429" y="17488"/>
                </a:lnTo>
                <a:lnTo>
                  <a:pt x="263423" y="5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15" name="Google Shape;315;p15"/>
          <p:cNvSpPr txBox="1"/>
          <p:nvPr>
            <p:ph idx="2" type="subTitle"/>
          </p:nvPr>
        </p:nvSpPr>
        <p:spPr>
          <a:xfrm>
            <a:off x="0" y="4793925"/>
            <a:ext cx="3396600" cy="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316" name="Google Shape;316;p15"/>
          <p:cNvSpPr txBox="1"/>
          <p:nvPr>
            <p:ph type="ctrTitle"/>
          </p:nvPr>
        </p:nvSpPr>
        <p:spPr>
          <a:xfrm>
            <a:off x="335400" y="466575"/>
            <a:ext cx="58083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317" name="Google Shape;317;p15"/>
          <p:cNvSpPr/>
          <p:nvPr/>
        </p:nvSpPr>
        <p:spPr>
          <a:xfrm>
            <a:off x="8736250" y="528876"/>
            <a:ext cx="221700" cy="221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318" name="Google Shape;318;p15"/>
          <p:cNvCxnSpPr/>
          <p:nvPr/>
        </p:nvCxnSpPr>
        <p:spPr>
          <a:xfrm>
            <a:off x="8796456" y="639776"/>
            <a:ext cx="101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5"/>
          <p:cNvSpPr/>
          <p:nvPr/>
        </p:nvSpPr>
        <p:spPr>
          <a:xfrm>
            <a:off x="8838804" y="591478"/>
            <a:ext cx="59037" cy="96588"/>
          </a:xfrm>
          <a:custGeom>
            <a:rect b="b" l="l" r="r" t="t"/>
            <a:pathLst>
              <a:path extrusionOk="0" h="10358" w="6331">
                <a:moveTo>
                  <a:pt x="0" y="0"/>
                </a:moveTo>
                <a:cubicBezTo>
                  <a:pt x="1055" y="831"/>
                  <a:pt x="6322" y="3261"/>
                  <a:pt x="6331" y="4987"/>
                </a:cubicBezTo>
                <a:cubicBezTo>
                  <a:pt x="6340" y="6713"/>
                  <a:pt x="1102" y="9463"/>
                  <a:pt x="56" y="10358"/>
                </a:cubicBezTo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CUSTOM_3_1_1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16"/>
          <p:cNvCxnSpPr/>
          <p:nvPr/>
        </p:nvCxnSpPr>
        <p:spPr>
          <a:xfrm>
            <a:off x="7793650" y="256675"/>
            <a:ext cx="1350300" cy="15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6"/>
          <p:cNvCxnSpPr/>
          <p:nvPr/>
        </p:nvCxnSpPr>
        <p:spPr>
          <a:xfrm flipH="1" rot="10800000">
            <a:off x="7852450" y="3709125"/>
            <a:ext cx="1291500" cy="14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6"/>
          <p:cNvSpPr/>
          <p:nvPr/>
        </p:nvSpPr>
        <p:spPr>
          <a:xfrm>
            <a:off x="6817075" y="284675"/>
            <a:ext cx="2129125" cy="4868950"/>
          </a:xfrm>
          <a:custGeom>
            <a:rect b="b" l="l" r="r" t="t"/>
            <a:pathLst>
              <a:path extrusionOk="0" h="194758" w="85165">
                <a:moveTo>
                  <a:pt x="0" y="0"/>
                </a:moveTo>
                <a:lnTo>
                  <a:pt x="85165" y="98388"/>
                </a:lnTo>
                <a:lnTo>
                  <a:pt x="224" y="194758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24" name="Google Shape;324;p16"/>
          <p:cNvGrpSpPr/>
          <p:nvPr/>
        </p:nvGrpSpPr>
        <p:grpSpPr>
          <a:xfrm>
            <a:off x="8511558" y="4772568"/>
            <a:ext cx="434628" cy="204679"/>
            <a:chOff x="11562000" y="3311675"/>
            <a:chExt cx="711571" cy="335100"/>
          </a:xfrm>
        </p:grpSpPr>
        <p:sp>
          <p:nvSpPr>
            <p:cNvPr id="325" name="Google Shape;325;p16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12011671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11562000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328" name="Google Shape;328;p16"/>
          <p:cNvSpPr txBox="1"/>
          <p:nvPr>
            <p:ph idx="1" type="subTitle"/>
          </p:nvPr>
        </p:nvSpPr>
        <p:spPr>
          <a:xfrm>
            <a:off x="640550" y="2038775"/>
            <a:ext cx="4524600" cy="23526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16"/>
          <p:cNvSpPr/>
          <p:nvPr/>
        </p:nvSpPr>
        <p:spPr>
          <a:xfrm>
            <a:off x="2652800" y="-3800"/>
            <a:ext cx="6491200" cy="336650"/>
          </a:xfrm>
          <a:custGeom>
            <a:rect b="b" l="l" r="r" t="t"/>
            <a:pathLst>
              <a:path extrusionOk="0" h="13466" w="259648">
                <a:moveTo>
                  <a:pt x="259648" y="13240"/>
                </a:moveTo>
                <a:lnTo>
                  <a:pt x="168482" y="13466"/>
                </a:lnTo>
                <a:lnTo>
                  <a:pt x="162515" y="8569"/>
                </a:lnTo>
                <a:lnTo>
                  <a:pt x="8417" y="8506"/>
                </a:lnTo>
                <a:lnTo>
                  <a:pt x="0" y="105"/>
                </a:lnTo>
                <a:lnTo>
                  <a:pt x="25964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30" name="Google Shape;330;p16"/>
          <p:cNvSpPr/>
          <p:nvPr/>
        </p:nvSpPr>
        <p:spPr>
          <a:xfrm flipH="1">
            <a:off x="366350" y="3214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31" name="Google Shape;331;p16"/>
          <p:cNvSpPr/>
          <p:nvPr/>
        </p:nvSpPr>
        <p:spPr>
          <a:xfrm flipH="1">
            <a:off x="314750" y="3730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32" name="Google Shape;332;p16"/>
          <p:cNvSpPr/>
          <p:nvPr/>
        </p:nvSpPr>
        <p:spPr>
          <a:xfrm rot="10800000">
            <a:off x="-964" y="4793918"/>
            <a:ext cx="6577164" cy="363882"/>
          </a:xfrm>
          <a:custGeom>
            <a:rect b="b" l="l" r="r" t="t"/>
            <a:pathLst>
              <a:path extrusionOk="0" h="17488" w="263429">
                <a:moveTo>
                  <a:pt x="0" y="0"/>
                </a:moveTo>
                <a:lnTo>
                  <a:pt x="17001" y="17488"/>
                </a:lnTo>
                <a:lnTo>
                  <a:pt x="263429" y="17488"/>
                </a:lnTo>
                <a:lnTo>
                  <a:pt x="263423" y="5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33" name="Google Shape;333;p16"/>
          <p:cNvSpPr txBox="1"/>
          <p:nvPr>
            <p:ph idx="2" type="subTitle"/>
          </p:nvPr>
        </p:nvSpPr>
        <p:spPr>
          <a:xfrm>
            <a:off x="0" y="4793925"/>
            <a:ext cx="33966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unito Sans"/>
              <a:buNone/>
              <a:defRPr sz="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4" name="Google Shape;334;p16"/>
          <p:cNvSpPr/>
          <p:nvPr/>
        </p:nvSpPr>
        <p:spPr>
          <a:xfrm>
            <a:off x="8511538" y="466575"/>
            <a:ext cx="434700" cy="434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335" name="Google Shape;335;p16"/>
          <p:cNvCxnSpPr/>
          <p:nvPr/>
        </p:nvCxnSpPr>
        <p:spPr>
          <a:xfrm>
            <a:off x="8629513" y="683888"/>
            <a:ext cx="1986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6"/>
          <p:cNvSpPr/>
          <p:nvPr/>
        </p:nvSpPr>
        <p:spPr>
          <a:xfrm>
            <a:off x="8712495" y="589247"/>
            <a:ext cx="115699" cy="189292"/>
          </a:xfrm>
          <a:custGeom>
            <a:rect b="b" l="l" r="r" t="t"/>
            <a:pathLst>
              <a:path extrusionOk="0" h="10358" w="6331">
                <a:moveTo>
                  <a:pt x="0" y="0"/>
                </a:moveTo>
                <a:cubicBezTo>
                  <a:pt x="1055" y="831"/>
                  <a:pt x="6322" y="3261"/>
                  <a:pt x="6331" y="4987"/>
                </a:cubicBezTo>
                <a:cubicBezTo>
                  <a:pt x="6340" y="6713"/>
                  <a:pt x="1102" y="9463"/>
                  <a:pt x="56" y="10358"/>
                </a:cubicBezTo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337" name="Google Shape;337;p16"/>
          <p:cNvGrpSpPr/>
          <p:nvPr/>
        </p:nvGrpSpPr>
        <p:grpSpPr>
          <a:xfrm>
            <a:off x="8559750" y="4772568"/>
            <a:ext cx="421198" cy="204679"/>
            <a:chOff x="11850318" y="3789737"/>
            <a:chExt cx="689584" cy="335100"/>
          </a:xfrm>
        </p:grpSpPr>
        <p:sp>
          <p:nvSpPr>
            <p:cNvPr id="338" name="Google Shape;338;p16"/>
            <p:cNvSpPr/>
            <p:nvPr/>
          </p:nvSpPr>
          <p:spPr>
            <a:xfrm>
              <a:off x="11850318" y="3789737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12278002" y="3789737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12075098" y="3789737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</p:grpSp>
      <p:sp>
        <p:nvSpPr>
          <p:cNvPr id="341" name="Google Shape;341;p16"/>
          <p:cNvSpPr txBox="1"/>
          <p:nvPr>
            <p:ph type="ctrTitle"/>
          </p:nvPr>
        </p:nvSpPr>
        <p:spPr>
          <a:xfrm>
            <a:off x="335400" y="466575"/>
            <a:ext cx="5827500" cy="1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x4 columns - Alt 2">
  <p:cSld name="CUSTOM_4_1_1_1_3"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>
            <a:off x="-125" y="2600"/>
            <a:ext cx="91440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4" name="Google Shape;344;p17"/>
          <p:cNvSpPr txBox="1"/>
          <p:nvPr>
            <p:ph idx="1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345" name="Google Shape;345;p17"/>
          <p:cNvSpPr txBox="1"/>
          <p:nvPr>
            <p:ph idx="2" type="subTitle"/>
          </p:nvPr>
        </p:nvSpPr>
        <p:spPr>
          <a:xfrm>
            <a:off x="783550" y="286640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type="title"/>
          </p:nvPr>
        </p:nvSpPr>
        <p:spPr>
          <a:xfrm>
            <a:off x="783550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3" type="subTitle"/>
          </p:nvPr>
        </p:nvSpPr>
        <p:spPr>
          <a:xfrm>
            <a:off x="783550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4" type="subTitle"/>
          </p:nvPr>
        </p:nvSpPr>
        <p:spPr>
          <a:xfrm>
            <a:off x="2667277" y="286640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49" name="Google Shape;349;p17"/>
          <p:cNvSpPr txBox="1"/>
          <p:nvPr>
            <p:ph idx="5" type="title"/>
          </p:nvPr>
        </p:nvSpPr>
        <p:spPr>
          <a:xfrm>
            <a:off x="2667263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50" name="Google Shape;350;p17"/>
          <p:cNvSpPr txBox="1"/>
          <p:nvPr>
            <p:ph idx="6" type="subTitle"/>
          </p:nvPr>
        </p:nvSpPr>
        <p:spPr>
          <a:xfrm>
            <a:off x="2667275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51" name="Google Shape;351;p17"/>
          <p:cNvSpPr txBox="1"/>
          <p:nvPr>
            <p:ph idx="7" type="subTitle"/>
          </p:nvPr>
        </p:nvSpPr>
        <p:spPr>
          <a:xfrm>
            <a:off x="4780601" y="2859525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8" type="title"/>
          </p:nvPr>
        </p:nvSpPr>
        <p:spPr>
          <a:xfrm>
            <a:off x="4780588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subTitle"/>
          </p:nvPr>
        </p:nvSpPr>
        <p:spPr>
          <a:xfrm>
            <a:off x="4780600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subTitle"/>
          </p:nvPr>
        </p:nvSpPr>
        <p:spPr>
          <a:xfrm>
            <a:off x="6893250" y="286640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title"/>
          </p:nvPr>
        </p:nvSpPr>
        <p:spPr>
          <a:xfrm>
            <a:off x="6893250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subTitle"/>
          </p:nvPr>
        </p:nvSpPr>
        <p:spPr>
          <a:xfrm>
            <a:off x="6893250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ctrTitle"/>
          </p:nvPr>
        </p:nvSpPr>
        <p:spPr>
          <a:xfrm>
            <a:off x="335400" y="466575"/>
            <a:ext cx="42675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58" name="Google Shape;358;p17"/>
          <p:cNvGrpSpPr/>
          <p:nvPr/>
        </p:nvGrpSpPr>
        <p:grpSpPr>
          <a:xfrm>
            <a:off x="8867176" y="97091"/>
            <a:ext cx="158272" cy="138318"/>
            <a:chOff x="8834250" y="614850"/>
            <a:chExt cx="221700" cy="193750"/>
          </a:xfrm>
        </p:grpSpPr>
        <p:cxnSp>
          <p:nvCxnSpPr>
            <p:cNvPr id="359" name="Google Shape;359;p17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17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17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x4 columns - Alt 1">
  <p:cSld name="CUSTOM_4_1_1_1">
    <p:bg>
      <p:bgPr>
        <a:solidFill>
          <a:schemeClr val="dk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 txBox="1"/>
          <p:nvPr>
            <p:ph idx="1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4" name="Google Shape;364;p18"/>
          <p:cNvSpPr txBox="1"/>
          <p:nvPr>
            <p:ph idx="2" type="subTitle"/>
          </p:nvPr>
        </p:nvSpPr>
        <p:spPr>
          <a:xfrm>
            <a:off x="783550" y="286640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65" name="Google Shape;365;p18"/>
          <p:cNvSpPr txBox="1"/>
          <p:nvPr>
            <p:ph type="title"/>
          </p:nvPr>
        </p:nvSpPr>
        <p:spPr>
          <a:xfrm>
            <a:off x="783550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66" name="Google Shape;366;p18"/>
          <p:cNvSpPr txBox="1"/>
          <p:nvPr>
            <p:ph idx="3" type="subTitle"/>
          </p:nvPr>
        </p:nvSpPr>
        <p:spPr>
          <a:xfrm>
            <a:off x="783550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67" name="Google Shape;367;p18"/>
          <p:cNvSpPr txBox="1"/>
          <p:nvPr>
            <p:ph idx="4" type="subTitle"/>
          </p:nvPr>
        </p:nvSpPr>
        <p:spPr>
          <a:xfrm>
            <a:off x="2667277" y="286640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68" name="Google Shape;368;p18"/>
          <p:cNvSpPr txBox="1"/>
          <p:nvPr>
            <p:ph idx="5" type="title"/>
          </p:nvPr>
        </p:nvSpPr>
        <p:spPr>
          <a:xfrm>
            <a:off x="2667263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6" type="subTitle"/>
          </p:nvPr>
        </p:nvSpPr>
        <p:spPr>
          <a:xfrm>
            <a:off x="2667275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7" type="subTitle"/>
          </p:nvPr>
        </p:nvSpPr>
        <p:spPr>
          <a:xfrm>
            <a:off x="4780601" y="2859525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71" name="Google Shape;371;p18"/>
          <p:cNvSpPr txBox="1"/>
          <p:nvPr>
            <p:ph idx="8" type="title"/>
          </p:nvPr>
        </p:nvSpPr>
        <p:spPr>
          <a:xfrm>
            <a:off x="4780588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72" name="Google Shape;372;p18"/>
          <p:cNvSpPr txBox="1"/>
          <p:nvPr>
            <p:ph idx="9" type="subTitle"/>
          </p:nvPr>
        </p:nvSpPr>
        <p:spPr>
          <a:xfrm>
            <a:off x="4780600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b="1"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73" name="Google Shape;373;p18"/>
          <p:cNvSpPr txBox="1"/>
          <p:nvPr>
            <p:ph idx="13" type="subTitle"/>
          </p:nvPr>
        </p:nvSpPr>
        <p:spPr>
          <a:xfrm>
            <a:off x="6893250" y="286640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374" name="Google Shape;374;p18"/>
          <p:cNvSpPr txBox="1"/>
          <p:nvPr>
            <p:ph idx="14" type="title"/>
          </p:nvPr>
        </p:nvSpPr>
        <p:spPr>
          <a:xfrm>
            <a:off x="6893250" y="190700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375" name="Google Shape;375;p18"/>
          <p:cNvSpPr txBox="1"/>
          <p:nvPr>
            <p:ph idx="15" type="subTitle"/>
          </p:nvPr>
        </p:nvSpPr>
        <p:spPr>
          <a:xfrm>
            <a:off x="6893250" y="2541975"/>
            <a:ext cx="1666200" cy="28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16" type="ctrTitle"/>
          </p:nvPr>
        </p:nvSpPr>
        <p:spPr>
          <a:xfrm>
            <a:off x="335400" y="466575"/>
            <a:ext cx="42675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77" name="Google Shape;377;p18"/>
          <p:cNvCxnSpPr/>
          <p:nvPr/>
        </p:nvCxnSpPr>
        <p:spPr>
          <a:xfrm rot="10800000">
            <a:off x="-3175" y="330025"/>
            <a:ext cx="914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8" name="Google Shape;378;p18"/>
          <p:cNvGrpSpPr/>
          <p:nvPr/>
        </p:nvGrpSpPr>
        <p:grpSpPr>
          <a:xfrm>
            <a:off x="8867176" y="97091"/>
            <a:ext cx="158272" cy="138318"/>
            <a:chOff x="8834250" y="614850"/>
            <a:chExt cx="221700" cy="193750"/>
          </a:xfrm>
        </p:grpSpPr>
        <p:cxnSp>
          <p:nvCxnSpPr>
            <p:cNvPr id="379" name="Google Shape;379;p18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18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18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CUSTOM_7">
    <p:bg>
      <p:bgPr>
        <a:solidFill>
          <a:schemeClr val="dk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/>
          <p:nvPr>
            <p:ph idx="2" type="pic"/>
          </p:nvPr>
        </p:nvSpPr>
        <p:spPr>
          <a:xfrm>
            <a:off x="-8275" y="327473"/>
            <a:ext cx="9156900" cy="10740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9"/>
          <p:cNvSpPr txBox="1"/>
          <p:nvPr>
            <p:ph type="ctrTitle"/>
          </p:nvPr>
        </p:nvSpPr>
        <p:spPr>
          <a:xfrm>
            <a:off x="348550" y="3716550"/>
            <a:ext cx="8601300" cy="12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500"/>
              <a:buFont typeface="Tomorrow Light"/>
              <a:buNone/>
              <a:defRPr sz="7500">
                <a:solidFill>
                  <a:schemeClr val="accent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385" name="Google Shape;385;p19"/>
          <p:cNvGrpSpPr/>
          <p:nvPr/>
        </p:nvGrpSpPr>
        <p:grpSpPr>
          <a:xfrm>
            <a:off x="-125" y="905150"/>
            <a:ext cx="9144000" cy="1059450"/>
            <a:chOff x="-125" y="905150"/>
            <a:chExt cx="9144000" cy="1059450"/>
          </a:xfrm>
        </p:grpSpPr>
        <p:sp>
          <p:nvSpPr>
            <p:cNvPr id="386" name="Google Shape;386;p19"/>
            <p:cNvSpPr/>
            <p:nvPr/>
          </p:nvSpPr>
          <p:spPr>
            <a:xfrm>
              <a:off x="7560775" y="948500"/>
              <a:ext cx="1583100" cy="1016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87" name="Google Shape;387;p19"/>
            <p:cNvSpPr/>
            <p:nvPr/>
          </p:nvSpPr>
          <p:spPr>
            <a:xfrm rot="-5400000">
              <a:off x="6753478" y="1032550"/>
              <a:ext cx="885000" cy="729600"/>
            </a:xfrm>
            <a:prstGeom prst="rtTriangl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-125" y="905150"/>
              <a:ext cx="765000" cy="618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389" name="Google Shape;389;p19"/>
          <p:cNvSpPr txBox="1"/>
          <p:nvPr>
            <p:ph idx="1" type="subTitle"/>
          </p:nvPr>
        </p:nvSpPr>
        <p:spPr>
          <a:xfrm>
            <a:off x="3745100" y="2454450"/>
            <a:ext cx="1902600" cy="1185900"/>
          </a:xfrm>
          <a:prstGeom prst="rect">
            <a:avLst/>
          </a:prstGeom>
        </p:spPr>
        <p:txBody>
          <a:bodyPr anchorCtr="0" anchor="b" bIns="0" lIns="18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19"/>
          <p:cNvSpPr txBox="1"/>
          <p:nvPr>
            <p:ph idx="3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91" name="Google Shape;391;p19"/>
          <p:cNvSpPr txBox="1"/>
          <p:nvPr>
            <p:ph idx="4" type="subTitle"/>
          </p:nvPr>
        </p:nvSpPr>
        <p:spPr>
          <a:xfrm>
            <a:off x="5807000" y="2454450"/>
            <a:ext cx="1902600" cy="1185900"/>
          </a:xfrm>
          <a:prstGeom prst="rect">
            <a:avLst/>
          </a:prstGeom>
        </p:spPr>
        <p:txBody>
          <a:bodyPr anchorCtr="0" anchor="b" bIns="0" lIns="18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19"/>
          <p:cNvSpPr txBox="1"/>
          <p:nvPr>
            <p:ph idx="5" type="subTitle"/>
          </p:nvPr>
        </p:nvSpPr>
        <p:spPr>
          <a:xfrm>
            <a:off x="335050" y="1836125"/>
            <a:ext cx="2997900" cy="1818300"/>
          </a:xfrm>
          <a:prstGeom prst="rect">
            <a:avLst/>
          </a:prstGeom>
        </p:spPr>
        <p:txBody>
          <a:bodyPr anchorCtr="0" anchor="b" bIns="0" lIns="18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3" name="Google Shape;393;p19"/>
          <p:cNvGrpSpPr/>
          <p:nvPr/>
        </p:nvGrpSpPr>
        <p:grpSpPr>
          <a:xfrm>
            <a:off x="7750261" y="1274228"/>
            <a:ext cx="122400" cy="116553"/>
            <a:chOff x="3572661" y="1653028"/>
            <a:chExt cx="122400" cy="116553"/>
          </a:xfrm>
        </p:grpSpPr>
        <p:cxnSp>
          <p:nvCxnSpPr>
            <p:cNvPr id="394" name="Google Shape;394;p19"/>
            <p:cNvCxnSpPr/>
            <p:nvPr/>
          </p:nvCxnSpPr>
          <p:spPr>
            <a:xfrm>
              <a:off x="3572661" y="1711296"/>
              <a:ext cx="122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5" name="Google Shape;395;p19"/>
            <p:cNvSpPr/>
            <p:nvPr/>
          </p:nvSpPr>
          <p:spPr>
            <a:xfrm>
              <a:off x="3623751" y="1653028"/>
              <a:ext cx="71240" cy="116553"/>
            </a:xfrm>
            <a:custGeom>
              <a:rect b="b" l="l" r="r" t="t"/>
              <a:pathLst>
                <a:path extrusionOk="0" h="10358" w="6331">
                  <a:moveTo>
                    <a:pt x="0" y="0"/>
                  </a:moveTo>
                  <a:cubicBezTo>
                    <a:pt x="1055" y="831"/>
                    <a:pt x="6322" y="3261"/>
                    <a:pt x="6331" y="4987"/>
                  </a:cubicBezTo>
                  <a:cubicBezTo>
                    <a:pt x="6340" y="6713"/>
                    <a:pt x="1102" y="9463"/>
                    <a:pt x="56" y="1035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396" name="Google Shape;396;p19"/>
          <p:cNvGrpSpPr/>
          <p:nvPr/>
        </p:nvGrpSpPr>
        <p:grpSpPr>
          <a:xfrm>
            <a:off x="8207461" y="1274228"/>
            <a:ext cx="122400" cy="116553"/>
            <a:chOff x="3572661" y="1653028"/>
            <a:chExt cx="122400" cy="116553"/>
          </a:xfrm>
        </p:grpSpPr>
        <p:cxnSp>
          <p:nvCxnSpPr>
            <p:cNvPr id="397" name="Google Shape;397;p19"/>
            <p:cNvCxnSpPr/>
            <p:nvPr/>
          </p:nvCxnSpPr>
          <p:spPr>
            <a:xfrm>
              <a:off x="3572661" y="1711296"/>
              <a:ext cx="122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8" name="Google Shape;398;p19"/>
            <p:cNvSpPr/>
            <p:nvPr/>
          </p:nvSpPr>
          <p:spPr>
            <a:xfrm>
              <a:off x="3623751" y="1653028"/>
              <a:ext cx="71240" cy="116553"/>
            </a:xfrm>
            <a:custGeom>
              <a:rect b="b" l="l" r="r" t="t"/>
              <a:pathLst>
                <a:path extrusionOk="0" h="10358" w="6331">
                  <a:moveTo>
                    <a:pt x="0" y="0"/>
                  </a:moveTo>
                  <a:cubicBezTo>
                    <a:pt x="1055" y="831"/>
                    <a:pt x="6322" y="3261"/>
                    <a:pt x="6331" y="4987"/>
                  </a:cubicBezTo>
                  <a:cubicBezTo>
                    <a:pt x="6340" y="6713"/>
                    <a:pt x="1102" y="9463"/>
                    <a:pt x="56" y="1035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399" name="Google Shape;399;p19"/>
          <p:cNvGrpSpPr/>
          <p:nvPr/>
        </p:nvGrpSpPr>
        <p:grpSpPr>
          <a:xfrm>
            <a:off x="8664661" y="1274228"/>
            <a:ext cx="122400" cy="116553"/>
            <a:chOff x="3572661" y="1653028"/>
            <a:chExt cx="122400" cy="116553"/>
          </a:xfrm>
        </p:grpSpPr>
        <p:cxnSp>
          <p:nvCxnSpPr>
            <p:cNvPr id="400" name="Google Shape;400;p19"/>
            <p:cNvCxnSpPr/>
            <p:nvPr/>
          </p:nvCxnSpPr>
          <p:spPr>
            <a:xfrm>
              <a:off x="3572661" y="1711296"/>
              <a:ext cx="122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1" name="Google Shape;401;p19"/>
            <p:cNvSpPr/>
            <p:nvPr/>
          </p:nvSpPr>
          <p:spPr>
            <a:xfrm>
              <a:off x="3623751" y="1653028"/>
              <a:ext cx="71240" cy="116553"/>
            </a:xfrm>
            <a:custGeom>
              <a:rect b="b" l="l" r="r" t="t"/>
              <a:pathLst>
                <a:path extrusionOk="0" h="10358" w="6331">
                  <a:moveTo>
                    <a:pt x="0" y="0"/>
                  </a:moveTo>
                  <a:cubicBezTo>
                    <a:pt x="1055" y="831"/>
                    <a:pt x="6322" y="3261"/>
                    <a:pt x="6331" y="4987"/>
                  </a:cubicBezTo>
                  <a:cubicBezTo>
                    <a:pt x="6340" y="6713"/>
                    <a:pt x="1102" y="9463"/>
                    <a:pt x="56" y="1035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02" name="Google Shape;402;p19"/>
          <p:cNvSpPr/>
          <p:nvPr/>
        </p:nvSpPr>
        <p:spPr>
          <a:xfrm rot="-5400000">
            <a:off x="335050" y="1487900"/>
            <a:ext cx="13500" cy="1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03" name="Google Shape;403;p19"/>
          <p:cNvSpPr/>
          <p:nvPr/>
        </p:nvSpPr>
        <p:spPr>
          <a:xfrm rot="-5400000">
            <a:off x="335050" y="1716500"/>
            <a:ext cx="13500" cy="1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04" name="Google Shape;404;p19"/>
          <p:cNvSpPr/>
          <p:nvPr/>
        </p:nvSpPr>
        <p:spPr>
          <a:xfrm rot="-5400000">
            <a:off x="335050" y="1945100"/>
            <a:ext cx="13500" cy="1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05" name="Google Shape;405;p19"/>
          <p:cNvSpPr/>
          <p:nvPr/>
        </p:nvSpPr>
        <p:spPr>
          <a:xfrm rot="-5400000">
            <a:off x="335050" y="2173700"/>
            <a:ext cx="13500" cy="13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406" name="Google Shape;406;p19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407" name="Google Shape;407;p19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408" name="Google Shape;408;p19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409" name="Google Shape;409;p19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19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19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- Alt 2">
  <p:cSld name="CUSTOM_7_1">
    <p:bg>
      <p:bgPr>
        <a:solidFill>
          <a:schemeClr val="lt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"/>
          <p:cNvSpPr/>
          <p:nvPr>
            <p:ph idx="2" type="pic"/>
          </p:nvPr>
        </p:nvSpPr>
        <p:spPr>
          <a:xfrm>
            <a:off x="0" y="330000"/>
            <a:ext cx="9134100" cy="15198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20"/>
          <p:cNvSpPr txBox="1"/>
          <p:nvPr>
            <p:ph type="ctrTitle"/>
          </p:nvPr>
        </p:nvSpPr>
        <p:spPr>
          <a:xfrm>
            <a:off x="348550" y="3716550"/>
            <a:ext cx="8601300" cy="12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Font typeface="Tomorrow Light"/>
              <a:buNone/>
              <a:defRPr sz="75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5" name="Google Shape;415;p20"/>
          <p:cNvSpPr txBox="1"/>
          <p:nvPr>
            <p:ph idx="1" type="subTitle"/>
          </p:nvPr>
        </p:nvSpPr>
        <p:spPr>
          <a:xfrm>
            <a:off x="3745100" y="2378250"/>
            <a:ext cx="1902600" cy="1185900"/>
          </a:xfrm>
          <a:prstGeom prst="rect">
            <a:avLst/>
          </a:prstGeom>
        </p:spPr>
        <p:txBody>
          <a:bodyPr anchorCtr="0" anchor="b" bIns="0" lIns="18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20"/>
          <p:cNvSpPr/>
          <p:nvPr/>
        </p:nvSpPr>
        <p:spPr>
          <a:xfrm>
            <a:off x="-125" y="2600"/>
            <a:ext cx="91440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17" name="Google Shape;417;p20"/>
          <p:cNvSpPr txBox="1"/>
          <p:nvPr>
            <p:ph idx="3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418" name="Google Shape;418;p20"/>
          <p:cNvSpPr txBox="1"/>
          <p:nvPr>
            <p:ph idx="4" type="subTitle"/>
          </p:nvPr>
        </p:nvSpPr>
        <p:spPr>
          <a:xfrm>
            <a:off x="5807000" y="2378250"/>
            <a:ext cx="1902600" cy="1185900"/>
          </a:xfrm>
          <a:prstGeom prst="rect">
            <a:avLst/>
          </a:prstGeom>
        </p:spPr>
        <p:txBody>
          <a:bodyPr anchorCtr="0" anchor="b" bIns="0" lIns="18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20"/>
          <p:cNvSpPr txBox="1"/>
          <p:nvPr>
            <p:ph idx="5" type="subTitle"/>
          </p:nvPr>
        </p:nvSpPr>
        <p:spPr>
          <a:xfrm>
            <a:off x="335050" y="1745850"/>
            <a:ext cx="2997900" cy="1818300"/>
          </a:xfrm>
          <a:prstGeom prst="rect">
            <a:avLst/>
          </a:prstGeom>
        </p:spPr>
        <p:txBody>
          <a:bodyPr anchorCtr="0" anchor="b" bIns="0" lIns="18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20"/>
          <p:cNvSpPr/>
          <p:nvPr/>
        </p:nvSpPr>
        <p:spPr>
          <a:xfrm>
            <a:off x="-125" y="1515175"/>
            <a:ext cx="4520700" cy="50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8819475" y="1127200"/>
            <a:ext cx="324600" cy="10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4515425" y="1519925"/>
            <a:ext cx="408300" cy="330000"/>
          </a:xfrm>
          <a:prstGeom prst="rtTriangl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 rot="-5400000">
            <a:off x="8012178" y="1211250"/>
            <a:ext cx="885000" cy="729600"/>
          </a:xfrm>
          <a:prstGeom prst="rtTriangl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424" name="Google Shape;424;p20"/>
          <p:cNvCxnSpPr/>
          <p:nvPr/>
        </p:nvCxnSpPr>
        <p:spPr>
          <a:xfrm>
            <a:off x="8442400" y="-2200"/>
            <a:ext cx="0" cy="332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20"/>
          <p:cNvCxnSpPr/>
          <p:nvPr/>
        </p:nvCxnSpPr>
        <p:spPr>
          <a:xfrm>
            <a:off x="8801100" y="-2182"/>
            <a:ext cx="0" cy="332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20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27" name="Google Shape;427;p20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">
  <p:cSld name="BLANK_1_1_1_1_1">
    <p:bg>
      <p:bgPr>
        <a:solidFill>
          <a:schemeClr val="accent5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1"/>
          <p:cNvGrpSpPr/>
          <p:nvPr/>
        </p:nvGrpSpPr>
        <p:grpSpPr>
          <a:xfrm>
            <a:off x="3579679" y="259811"/>
            <a:ext cx="5325903" cy="4883714"/>
            <a:chOff x="11786836" y="3311675"/>
            <a:chExt cx="486735" cy="335100"/>
          </a:xfrm>
        </p:grpSpPr>
        <p:sp>
          <p:nvSpPr>
            <p:cNvPr id="430" name="Google Shape;430;p21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fmla="val 67909" name="adj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12011671" y="3311675"/>
              <a:ext cx="261900" cy="335100"/>
            </a:xfrm>
            <a:prstGeom prst="chevron">
              <a:avLst>
                <a:gd fmla="val 67909" name="adj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32" name="Google Shape;432;p21"/>
          <p:cNvSpPr/>
          <p:nvPr/>
        </p:nvSpPr>
        <p:spPr>
          <a:xfrm>
            <a:off x="-4825" y="-2175"/>
            <a:ext cx="9158700" cy="32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33" name="Google Shape;433;p21"/>
          <p:cNvSpPr txBox="1"/>
          <p:nvPr>
            <p:ph idx="1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434" name="Google Shape;434;p21"/>
          <p:cNvGrpSpPr/>
          <p:nvPr/>
        </p:nvGrpSpPr>
        <p:grpSpPr>
          <a:xfrm>
            <a:off x="8836188" y="4326431"/>
            <a:ext cx="47011" cy="583672"/>
            <a:chOff x="1520071" y="2028093"/>
            <a:chExt cx="80100" cy="994500"/>
          </a:xfrm>
        </p:grpSpPr>
        <p:sp>
          <p:nvSpPr>
            <p:cNvPr id="435" name="Google Shape;435;p21"/>
            <p:cNvSpPr/>
            <p:nvPr/>
          </p:nvSpPr>
          <p:spPr>
            <a:xfrm>
              <a:off x="1520071" y="2028093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1520071" y="2256693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1520071" y="2485293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1520071" y="2713893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1520071" y="2942493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40" name="Google Shape;440;p21"/>
          <p:cNvSpPr txBox="1"/>
          <p:nvPr>
            <p:ph type="ctrTitle"/>
          </p:nvPr>
        </p:nvSpPr>
        <p:spPr>
          <a:xfrm>
            <a:off x="311700" y="2715975"/>
            <a:ext cx="5444400" cy="22146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500"/>
              <a:buFont typeface="Tomorrow Light"/>
              <a:buNone/>
              <a:defRPr sz="75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1" name="Google Shape;441;p21"/>
          <p:cNvSpPr txBox="1"/>
          <p:nvPr>
            <p:ph idx="2" type="subTitle"/>
          </p:nvPr>
        </p:nvSpPr>
        <p:spPr>
          <a:xfrm>
            <a:off x="339475" y="681200"/>
            <a:ext cx="5416800" cy="1516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2" name="Google Shape;442;p21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43" name="Google Shape;443;p21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444" name="Google Shape;444;p21"/>
          <p:cNvCxnSpPr/>
          <p:nvPr/>
        </p:nvCxnSpPr>
        <p:spPr>
          <a:xfrm>
            <a:off x="8442400" y="-2200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21"/>
          <p:cNvCxnSpPr/>
          <p:nvPr/>
        </p:nvCxnSpPr>
        <p:spPr>
          <a:xfrm>
            <a:off x="8801100" y="-2182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CUSTOM_5">
    <p:bg>
      <p:bgPr>
        <a:solidFill>
          <a:schemeClr val="accent5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 txBox="1"/>
          <p:nvPr>
            <p:ph type="ctrTitle"/>
          </p:nvPr>
        </p:nvSpPr>
        <p:spPr>
          <a:xfrm>
            <a:off x="335400" y="466575"/>
            <a:ext cx="2583000" cy="1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448" name="Google Shape;448;p22"/>
          <p:cNvSpPr txBox="1"/>
          <p:nvPr>
            <p:ph idx="1" type="subTitle"/>
          </p:nvPr>
        </p:nvSpPr>
        <p:spPr>
          <a:xfrm>
            <a:off x="3210725" y="667125"/>
            <a:ext cx="2289000" cy="63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49" name="Google Shape;449;p22"/>
          <p:cNvSpPr txBox="1"/>
          <p:nvPr>
            <p:ph idx="2" type="subTitle"/>
          </p:nvPr>
        </p:nvSpPr>
        <p:spPr>
          <a:xfrm>
            <a:off x="150000" y="1817674"/>
            <a:ext cx="1986900" cy="53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50" name="Google Shape;450;p22"/>
          <p:cNvSpPr txBox="1"/>
          <p:nvPr>
            <p:ph idx="3" type="subTitle"/>
          </p:nvPr>
        </p:nvSpPr>
        <p:spPr>
          <a:xfrm>
            <a:off x="2435088" y="1817674"/>
            <a:ext cx="1986900" cy="53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51" name="Google Shape;451;p22"/>
          <p:cNvSpPr txBox="1"/>
          <p:nvPr>
            <p:ph idx="4" type="subTitle"/>
          </p:nvPr>
        </p:nvSpPr>
        <p:spPr>
          <a:xfrm>
            <a:off x="4737315" y="1817674"/>
            <a:ext cx="1986900" cy="53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52" name="Google Shape;452;p22"/>
          <p:cNvSpPr txBox="1"/>
          <p:nvPr>
            <p:ph idx="5" type="subTitle"/>
          </p:nvPr>
        </p:nvSpPr>
        <p:spPr>
          <a:xfrm>
            <a:off x="7040950" y="1817674"/>
            <a:ext cx="1986900" cy="53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53" name="Google Shape;453;p22"/>
          <p:cNvSpPr/>
          <p:nvPr/>
        </p:nvSpPr>
        <p:spPr>
          <a:xfrm>
            <a:off x="1867775" y="1260953"/>
            <a:ext cx="158400" cy="1584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54" name="Google Shape;454;p22"/>
          <p:cNvCxnSpPr/>
          <p:nvPr/>
        </p:nvCxnSpPr>
        <p:spPr>
          <a:xfrm>
            <a:off x="1910721" y="1340059"/>
            <a:ext cx="72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22"/>
          <p:cNvSpPr/>
          <p:nvPr/>
        </p:nvSpPr>
        <p:spPr>
          <a:xfrm>
            <a:off x="1940928" y="1305608"/>
            <a:ext cx="42117" cy="68907"/>
          </a:xfrm>
          <a:custGeom>
            <a:rect b="b" l="l" r="r" t="t"/>
            <a:pathLst>
              <a:path extrusionOk="0" h="10358" w="6331">
                <a:moveTo>
                  <a:pt x="0" y="0"/>
                </a:moveTo>
                <a:cubicBezTo>
                  <a:pt x="1055" y="831"/>
                  <a:pt x="6322" y="3261"/>
                  <a:pt x="6331" y="4987"/>
                </a:cubicBezTo>
                <a:cubicBezTo>
                  <a:pt x="6340" y="6713"/>
                  <a:pt x="1102" y="9463"/>
                  <a:pt x="56" y="10358"/>
                </a:cubicBezTo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1575550" y="1333400"/>
            <a:ext cx="13500" cy="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1346950" y="1333400"/>
            <a:ext cx="13500" cy="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1118350" y="1333400"/>
            <a:ext cx="13500" cy="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889750" y="1333400"/>
            <a:ext cx="13500" cy="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661150" y="1333400"/>
            <a:ext cx="13500" cy="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432550" y="1333400"/>
            <a:ext cx="13500" cy="1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3" name="Google Shape;463;p22"/>
          <p:cNvSpPr txBox="1"/>
          <p:nvPr>
            <p:ph idx="6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4" name="Google Shape;464;p22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65" name="Google Shape;465;p22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466" name="Google Shape;466;p22"/>
          <p:cNvCxnSpPr/>
          <p:nvPr/>
        </p:nvCxnSpPr>
        <p:spPr>
          <a:xfrm>
            <a:off x="8442400" y="-2200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22"/>
          <p:cNvCxnSpPr/>
          <p:nvPr/>
        </p:nvCxnSpPr>
        <p:spPr>
          <a:xfrm>
            <a:off x="8801100" y="-2182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CUSTOM_21">
    <p:bg>
      <p:bgPr>
        <a:solidFill>
          <a:schemeClr val="dk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n works on a computer inside a spacious hangar-like office. " id="469" name="Google Shape;469;p23"/>
          <p:cNvPicPr preferRelativeResize="0"/>
          <p:nvPr/>
        </p:nvPicPr>
        <p:blipFill rotWithShape="1">
          <a:blip r:embed="rId2">
            <a:alphaModFix amt="50000"/>
          </a:blip>
          <a:srcRect b="10032" l="504" r="592" t="6500"/>
          <a:stretch/>
        </p:blipFill>
        <p:spPr>
          <a:xfrm>
            <a:off x="-18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3"/>
          <p:cNvSpPr/>
          <p:nvPr/>
        </p:nvSpPr>
        <p:spPr>
          <a:xfrm>
            <a:off x="0" y="-12725"/>
            <a:ext cx="8695500" cy="51519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71" name="Google Shape;471;p23"/>
          <p:cNvSpPr txBox="1"/>
          <p:nvPr>
            <p:ph type="ctrTitle"/>
          </p:nvPr>
        </p:nvSpPr>
        <p:spPr>
          <a:xfrm>
            <a:off x="311700" y="2878000"/>
            <a:ext cx="6591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omorrow Light"/>
              <a:buNone/>
              <a:defRPr sz="75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subTitle"/>
          </p:nvPr>
        </p:nvSpPr>
        <p:spPr>
          <a:xfrm>
            <a:off x="311700" y="2254075"/>
            <a:ext cx="59244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unito Sans Medium"/>
              <a:buNone/>
              <a:defRPr sz="15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311700" y="586200"/>
            <a:ext cx="59244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cxnSp>
        <p:nvCxnSpPr>
          <p:cNvPr id="474" name="Google Shape;474;p23"/>
          <p:cNvCxnSpPr/>
          <p:nvPr/>
        </p:nvCxnSpPr>
        <p:spPr>
          <a:xfrm rot="10800000">
            <a:off x="-3175" y="330025"/>
            <a:ext cx="914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5" name="Google Shape;475;p23"/>
          <p:cNvGrpSpPr/>
          <p:nvPr/>
        </p:nvGrpSpPr>
        <p:grpSpPr>
          <a:xfrm rot="-5400000">
            <a:off x="8423456" y="-269850"/>
            <a:ext cx="153089" cy="854418"/>
            <a:chOff x="1495750" y="2304300"/>
            <a:chExt cx="128700" cy="718300"/>
          </a:xfrm>
        </p:grpSpPr>
        <p:sp>
          <p:nvSpPr>
            <p:cNvPr id="476" name="Google Shape;476;p23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cxnSp>
          <p:nvCxnSpPr>
            <p:cNvPr id="479" name="Google Shape;479;p23"/>
            <p:cNvCxnSpPr/>
            <p:nvPr/>
          </p:nvCxnSpPr>
          <p:spPr>
            <a:xfrm>
              <a:off x="1495750" y="3022600"/>
              <a:ext cx="12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0" name="Google Shape;480;p23"/>
          <p:cNvSpPr txBox="1"/>
          <p:nvPr>
            <p:ph idx="3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">
  <p:cSld name="CUSTOM_9">
    <p:bg>
      <p:bgPr>
        <a:solidFill>
          <a:schemeClr val="lt2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4"/>
          <p:cNvSpPr/>
          <p:nvPr/>
        </p:nvSpPr>
        <p:spPr>
          <a:xfrm>
            <a:off x="2579075" y="-2175"/>
            <a:ext cx="65649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 Light"/>
              <a:ea typeface="Tomorrow Light"/>
              <a:cs typeface="Tomorrow Light"/>
              <a:sym typeface="Tomorrow Light"/>
            </a:endParaRPr>
          </a:p>
        </p:txBody>
      </p:sp>
      <p:sp>
        <p:nvSpPr>
          <p:cNvPr id="483" name="Google Shape;483;p24"/>
          <p:cNvSpPr/>
          <p:nvPr/>
        </p:nvSpPr>
        <p:spPr>
          <a:xfrm flipH="1" rot="10800000">
            <a:off x="-4825" y="-1050"/>
            <a:ext cx="2583900" cy="5152500"/>
          </a:xfrm>
          <a:prstGeom prst="snip1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484" name="Google Shape;484;p24"/>
          <p:cNvSpPr/>
          <p:nvPr/>
        </p:nvSpPr>
        <p:spPr>
          <a:xfrm flipH="1" rot="10800000">
            <a:off x="157175" y="0"/>
            <a:ext cx="2259900" cy="4890300"/>
          </a:xfrm>
          <a:prstGeom prst="snip1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485" name="Google Shape;485;p24"/>
          <p:cNvSpPr txBox="1"/>
          <p:nvPr>
            <p:ph type="title"/>
          </p:nvPr>
        </p:nvSpPr>
        <p:spPr>
          <a:xfrm>
            <a:off x="2924850" y="47115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9pPr>
          </a:lstStyle>
          <a:p/>
        </p:txBody>
      </p:sp>
      <p:sp>
        <p:nvSpPr>
          <p:cNvPr id="486" name="Google Shape;486;p24"/>
          <p:cNvSpPr txBox="1"/>
          <p:nvPr>
            <p:ph idx="1" type="subTitle"/>
          </p:nvPr>
        </p:nvSpPr>
        <p:spPr>
          <a:xfrm>
            <a:off x="2924850" y="962325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87" name="Google Shape;487;p24"/>
          <p:cNvSpPr txBox="1"/>
          <p:nvPr>
            <p:ph idx="2" type="subTitle"/>
          </p:nvPr>
        </p:nvSpPr>
        <p:spPr>
          <a:xfrm>
            <a:off x="2924850" y="2673746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88" name="Google Shape;488;p24"/>
          <p:cNvSpPr txBox="1"/>
          <p:nvPr>
            <p:ph idx="3" type="title"/>
          </p:nvPr>
        </p:nvSpPr>
        <p:spPr>
          <a:xfrm>
            <a:off x="6038850" y="471150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9pPr>
          </a:lstStyle>
          <a:p/>
        </p:txBody>
      </p:sp>
      <p:sp>
        <p:nvSpPr>
          <p:cNvPr id="489" name="Google Shape;489;p24"/>
          <p:cNvSpPr txBox="1"/>
          <p:nvPr>
            <p:ph idx="4" type="subTitle"/>
          </p:nvPr>
        </p:nvSpPr>
        <p:spPr>
          <a:xfrm>
            <a:off x="6038850" y="962325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90" name="Google Shape;490;p24"/>
          <p:cNvSpPr txBox="1"/>
          <p:nvPr>
            <p:ph idx="5" type="subTitle"/>
          </p:nvPr>
        </p:nvSpPr>
        <p:spPr>
          <a:xfrm>
            <a:off x="6038850" y="2673746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91" name="Google Shape;491;p24"/>
          <p:cNvSpPr txBox="1"/>
          <p:nvPr>
            <p:ph idx="6" type="subTitle"/>
          </p:nvPr>
        </p:nvSpPr>
        <p:spPr>
          <a:xfrm>
            <a:off x="2924850" y="1384400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92" name="Google Shape;492;p24"/>
          <p:cNvSpPr txBox="1"/>
          <p:nvPr>
            <p:ph idx="7" type="subTitle"/>
          </p:nvPr>
        </p:nvSpPr>
        <p:spPr>
          <a:xfrm>
            <a:off x="6038850" y="1384400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93" name="Google Shape;493;p24"/>
          <p:cNvSpPr txBox="1"/>
          <p:nvPr>
            <p:ph idx="8" type="subTitle"/>
          </p:nvPr>
        </p:nvSpPr>
        <p:spPr>
          <a:xfrm>
            <a:off x="2924850" y="3073350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94" name="Google Shape;494;p24"/>
          <p:cNvSpPr txBox="1"/>
          <p:nvPr>
            <p:ph idx="9" type="subTitle"/>
          </p:nvPr>
        </p:nvSpPr>
        <p:spPr>
          <a:xfrm>
            <a:off x="6038850" y="3073350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495" name="Google Shape;495;p24"/>
          <p:cNvSpPr txBox="1"/>
          <p:nvPr>
            <p:ph idx="13" type="subTitle"/>
          </p:nvPr>
        </p:nvSpPr>
        <p:spPr>
          <a:xfrm>
            <a:off x="2807675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grpSp>
        <p:nvGrpSpPr>
          <p:cNvPr id="496" name="Google Shape;496;p24"/>
          <p:cNvGrpSpPr/>
          <p:nvPr/>
        </p:nvGrpSpPr>
        <p:grpSpPr>
          <a:xfrm>
            <a:off x="347414" y="3546456"/>
            <a:ext cx="192709" cy="689901"/>
            <a:chOff x="1296100" y="1847100"/>
            <a:chExt cx="328350" cy="1175500"/>
          </a:xfrm>
        </p:grpSpPr>
        <p:sp>
          <p:nvSpPr>
            <p:cNvPr id="497" name="Google Shape;497;p24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cxnSp>
          <p:nvCxnSpPr>
            <p:cNvPr id="502" name="Google Shape;502;p24"/>
            <p:cNvCxnSpPr/>
            <p:nvPr/>
          </p:nvCxnSpPr>
          <p:spPr>
            <a:xfrm>
              <a:off x="1296100" y="2344150"/>
              <a:ext cx="12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24"/>
            <p:cNvCxnSpPr/>
            <p:nvPr/>
          </p:nvCxnSpPr>
          <p:spPr>
            <a:xfrm>
              <a:off x="1495750" y="3022600"/>
              <a:ext cx="12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04" name="Google Shape;504;p24"/>
          <p:cNvCxnSpPr/>
          <p:nvPr/>
        </p:nvCxnSpPr>
        <p:spPr>
          <a:xfrm>
            <a:off x="169250" y="4444362"/>
            <a:ext cx="3672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4"/>
          <p:cNvSpPr txBox="1"/>
          <p:nvPr>
            <p:ph idx="14" type="subTitle"/>
          </p:nvPr>
        </p:nvSpPr>
        <p:spPr>
          <a:xfrm>
            <a:off x="2924850" y="3819796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506" name="Google Shape;506;p24"/>
          <p:cNvSpPr txBox="1"/>
          <p:nvPr>
            <p:ph idx="15" type="subTitle"/>
          </p:nvPr>
        </p:nvSpPr>
        <p:spPr>
          <a:xfrm>
            <a:off x="6038850" y="3819796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507" name="Google Shape;507;p24"/>
          <p:cNvSpPr txBox="1"/>
          <p:nvPr>
            <p:ph idx="16" type="subTitle"/>
          </p:nvPr>
        </p:nvSpPr>
        <p:spPr>
          <a:xfrm>
            <a:off x="2924850" y="4219400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508" name="Google Shape;508;p24"/>
          <p:cNvSpPr txBox="1"/>
          <p:nvPr>
            <p:ph idx="17" type="subTitle"/>
          </p:nvPr>
        </p:nvSpPr>
        <p:spPr>
          <a:xfrm>
            <a:off x="6038850" y="4219400"/>
            <a:ext cx="2787600" cy="39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509" name="Google Shape;509;p24"/>
          <p:cNvSpPr txBox="1"/>
          <p:nvPr>
            <p:ph idx="18" type="ctrTitle"/>
          </p:nvPr>
        </p:nvSpPr>
        <p:spPr>
          <a:xfrm>
            <a:off x="335400" y="466575"/>
            <a:ext cx="1993800" cy="27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cxnSp>
        <p:nvCxnSpPr>
          <p:cNvPr id="510" name="Google Shape;510;p24"/>
          <p:cNvCxnSpPr/>
          <p:nvPr/>
        </p:nvCxnSpPr>
        <p:spPr>
          <a:xfrm>
            <a:off x="8442394" y="-2206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24"/>
          <p:cNvCxnSpPr/>
          <p:nvPr/>
        </p:nvCxnSpPr>
        <p:spPr>
          <a:xfrm>
            <a:off x="8801109" y="-2188"/>
            <a:ext cx="0" cy="330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p24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513" name="Google Shape;513;p24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points">
  <p:cSld name="CUSTOM_10">
    <p:bg>
      <p:bgPr>
        <a:solidFill>
          <a:schemeClr val="lt2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16" name="Google Shape;516;p25"/>
          <p:cNvSpPr txBox="1"/>
          <p:nvPr>
            <p:ph idx="1" type="subTitle"/>
          </p:nvPr>
        </p:nvSpPr>
        <p:spPr>
          <a:xfrm>
            <a:off x="6717975" y="3853973"/>
            <a:ext cx="1932000" cy="1074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17" name="Google Shape;517;p25"/>
          <p:cNvSpPr txBox="1"/>
          <p:nvPr>
            <p:ph idx="2" type="subTitle"/>
          </p:nvPr>
        </p:nvSpPr>
        <p:spPr>
          <a:xfrm>
            <a:off x="4214300" y="3853950"/>
            <a:ext cx="2098500" cy="1074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18" name="Google Shape;518;p25"/>
          <p:cNvSpPr txBox="1"/>
          <p:nvPr>
            <p:ph idx="3" type="subTitle"/>
          </p:nvPr>
        </p:nvSpPr>
        <p:spPr>
          <a:xfrm>
            <a:off x="450650" y="1859575"/>
            <a:ext cx="3225600" cy="147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19" name="Google Shape;519;p25"/>
          <p:cNvSpPr txBox="1"/>
          <p:nvPr>
            <p:ph idx="4" type="subTitle"/>
          </p:nvPr>
        </p:nvSpPr>
        <p:spPr>
          <a:xfrm>
            <a:off x="6717975" y="3446250"/>
            <a:ext cx="1790100" cy="36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SemiBold"/>
              <a:buNone/>
              <a:defRPr sz="120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20" name="Google Shape;520;p25"/>
          <p:cNvSpPr txBox="1"/>
          <p:nvPr>
            <p:ph idx="5" type="subTitle"/>
          </p:nvPr>
        </p:nvSpPr>
        <p:spPr>
          <a:xfrm>
            <a:off x="4214300" y="3446250"/>
            <a:ext cx="1790100" cy="36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SemiBold"/>
              <a:buNone/>
              <a:defRPr sz="120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521" name="Google Shape;521;p25"/>
          <p:cNvSpPr/>
          <p:nvPr>
            <p:ph idx="6" type="pic"/>
          </p:nvPr>
        </p:nvSpPr>
        <p:spPr>
          <a:xfrm>
            <a:off x="-4825" y="3339000"/>
            <a:ext cx="3681000" cy="1804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22" name="Google Shape;522;p25"/>
          <p:cNvSpPr txBox="1"/>
          <p:nvPr>
            <p:ph idx="7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grpSp>
        <p:nvGrpSpPr>
          <p:cNvPr id="523" name="Google Shape;523;p25"/>
          <p:cNvGrpSpPr/>
          <p:nvPr/>
        </p:nvGrpSpPr>
        <p:grpSpPr>
          <a:xfrm>
            <a:off x="8865471" y="98889"/>
            <a:ext cx="154148" cy="134734"/>
            <a:chOff x="8834250" y="614850"/>
            <a:chExt cx="221700" cy="193750"/>
          </a:xfrm>
        </p:grpSpPr>
        <p:cxnSp>
          <p:nvCxnSpPr>
            <p:cNvPr id="524" name="Google Shape;524;p25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25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25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7" name="Google Shape;527;p25"/>
          <p:cNvSpPr txBox="1"/>
          <p:nvPr>
            <p:ph type="ctrTitle"/>
          </p:nvPr>
        </p:nvSpPr>
        <p:spPr>
          <a:xfrm>
            <a:off x="335400" y="466575"/>
            <a:ext cx="3879000" cy="1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x4 columns">
  <p:cSld name="CUSTOM_4_2">
    <p:bg>
      <p:bgPr>
        <a:solidFill>
          <a:schemeClr val="lt2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6"/>
          <p:cNvSpPr txBox="1"/>
          <p:nvPr>
            <p:ph idx="1" type="subTitle"/>
          </p:nvPr>
        </p:nvSpPr>
        <p:spPr>
          <a:xfrm>
            <a:off x="372875" y="2184425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30" name="Google Shape;530;p26"/>
          <p:cNvSpPr txBox="1"/>
          <p:nvPr>
            <p:ph type="title"/>
          </p:nvPr>
        </p:nvSpPr>
        <p:spPr>
          <a:xfrm>
            <a:off x="372875" y="1301225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531" name="Google Shape;531;p26"/>
          <p:cNvSpPr txBox="1"/>
          <p:nvPr>
            <p:ph idx="2" type="subTitle"/>
          </p:nvPr>
        </p:nvSpPr>
        <p:spPr>
          <a:xfrm>
            <a:off x="372875" y="1860000"/>
            <a:ext cx="1666200" cy="26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32" name="Google Shape;532;p26"/>
          <p:cNvSpPr txBox="1"/>
          <p:nvPr>
            <p:ph idx="3" type="subTitle"/>
          </p:nvPr>
        </p:nvSpPr>
        <p:spPr>
          <a:xfrm>
            <a:off x="2663825" y="2184425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33" name="Google Shape;533;p26"/>
          <p:cNvSpPr txBox="1"/>
          <p:nvPr>
            <p:ph idx="4" type="title"/>
          </p:nvPr>
        </p:nvSpPr>
        <p:spPr>
          <a:xfrm>
            <a:off x="2663813" y="1301225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534" name="Google Shape;534;p26"/>
          <p:cNvSpPr txBox="1"/>
          <p:nvPr>
            <p:ph idx="5" type="subTitle"/>
          </p:nvPr>
        </p:nvSpPr>
        <p:spPr>
          <a:xfrm>
            <a:off x="2663820" y="1860000"/>
            <a:ext cx="1666200" cy="26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35" name="Google Shape;535;p26"/>
          <p:cNvSpPr txBox="1"/>
          <p:nvPr>
            <p:ph idx="6" type="subTitle"/>
          </p:nvPr>
        </p:nvSpPr>
        <p:spPr>
          <a:xfrm>
            <a:off x="4940275" y="2177550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36" name="Google Shape;536;p26"/>
          <p:cNvSpPr txBox="1"/>
          <p:nvPr>
            <p:ph idx="7" type="title"/>
          </p:nvPr>
        </p:nvSpPr>
        <p:spPr>
          <a:xfrm>
            <a:off x="4928588" y="1301225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537" name="Google Shape;537;p26"/>
          <p:cNvSpPr txBox="1"/>
          <p:nvPr>
            <p:ph idx="8" type="subTitle"/>
          </p:nvPr>
        </p:nvSpPr>
        <p:spPr>
          <a:xfrm>
            <a:off x="4928600" y="1860000"/>
            <a:ext cx="1666200" cy="26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38" name="Google Shape;538;p26"/>
          <p:cNvSpPr txBox="1"/>
          <p:nvPr>
            <p:ph idx="9" type="subTitle"/>
          </p:nvPr>
        </p:nvSpPr>
        <p:spPr>
          <a:xfrm>
            <a:off x="7129550" y="2184425"/>
            <a:ext cx="1666200" cy="126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39" name="Google Shape;539;p26"/>
          <p:cNvSpPr txBox="1"/>
          <p:nvPr>
            <p:ph idx="13" type="title"/>
          </p:nvPr>
        </p:nvSpPr>
        <p:spPr>
          <a:xfrm>
            <a:off x="7129550" y="1301225"/>
            <a:ext cx="1666200" cy="480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540" name="Google Shape;540;p26"/>
          <p:cNvSpPr txBox="1"/>
          <p:nvPr>
            <p:ph idx="14" type="subTitle"/>
          </p:nvPr>
        </p:nvSpPr>
        <p:spPr>
          <a:xfrm>
            <a:off x="7129550" y="1860000"/>
            <a:ext cx="1666200" cy="26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41" name="Google Shape;541;p26"/>
          <p:cNvSpPr txBox="1"/>
          <p:nvPr>
            <p:ph idx="15" type="subTitle"/>
          </p:nvPr>
        </p:nvSpPr>
        <p:spPr>
          <a:xfrm>
            <a:off x="0" y="0"/>
            <a:ext cx="33966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cxnSp>
        <p:nvCxnSpPr>
          <p:cNvPr id="542" name="Google Shape;542;p26"/>
          <p:cNvCxnSpPr/>
          <p:nvPr/>
        </p:nvCxnSpPr>
        <p:spPr>
          <a:xfrm>
            <a:off x="0" y="1096150"/>
            <a:ext cx="9153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3" name="Google Shape;543;p26"/>
          <p:cNvGrpSpPr/>
          <p:nvPr/>
        </p:nvGrpSpPr>
        <p:grpSpPr>
          <a:xfrm>
            <a:off x="8909059" y="117195"/>
            <a:ext cx="69607" cy="864320"/>
            <a:chOff x="1520050" y="1847100"/>
            <a:chExt cx="80100" cy="994500"/>
          </a:xfrm>
        </p:grpSpPr>
        <p:sp>
          <p:nvSpPr>
            <p:cNvPr id="544" name="Google Shape;544;p26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sp>
        <p:nvSpPr>
          <p:cNvPr id="549" name="Google Shape;549;p26"/>
          <p:cNvSpPr txBox="1"/>
          <p:nvPr>
            <p:ph idx="16" type="ctrTitle"/>
          </p:nvPr>
        </p:nvSpPr>
        <p:spPr>
          <a:xfrm>
            <a:off x="335400" y="466575"/>
            <a:ext cx="81897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x4 Pictures">
  <p:cSld name="CUSTOM_12">
    <p:bg>
      <p:bgPr>
        <a:solidFill>
          <a:schemeClr val="lt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7"/>
          <p:cNvSpPr txBox="1"/>
          <p:nvPr>
            <p:ph idx="1" type="subTitle"/>
          </p:nvPr>
        </p:nvSpPr>
        <p:spPr>
          <a:xfrm>
            <a:off x="501175" y="1703075"/>
            <a:ext cx="1402800" cy="254100"/>
          </a:xfrm>
          <a:prstGeom prst="rect">
            <a:avLst/>
          </a:prstGeom>
        </p:spPr>
        <p:txBody>
          <a:bodyPr anchorCtr="0" anchor="b" bIns="36000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52" name="Google Shape;552;p27"/>
          <p:cNvSpPr txBox="1"/>
          <p:nvPr>
            <p:ph idx="2" type="subTitle"/>
          </p:nvPr>
        </p:nvSpPr>
        <p:spPr>
          <a:xfrm>
            <a:off x="2336550" y="1703075"/>
            <a:ext cx="1402800" cy="254100"/>
          </a:xfrm>
          <a:prstGeom prst="rect">
            <a:avLst/>
          </a:prstGeom>
        </p:spPr>
        <p:txBody>
          <a:bodyPr anchorCtr="0" anchor="b" bIns="36000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53" name="Google Shape;553;p27"/>
          <p:cNvSpPr txBox="1"/>
          <p:nvPr>
            <p:ph idx="3" type="subTitle"/>
          </p:nvPr>
        </p:nvSpPr>
        <p:spPr>
          <a:xfrm>
            <a:off x="4620025" y="1703075"/>
            <a:ext cx="1402800" cy="254100"/>
          </a:xfrm>
          <a:prstGeom prst="rect">
            <a:avLst/>
          </a:prstGeom>
        </p:spPr>
        <p:txBody>
          <a:bodyPr anchorCtr="0" anchor="b" bIns="36000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54" name="Google Shape;554;p27"/>
          <p:cNvSpPr txBox="1"/>
          <p:nvPr>
            <p:ph idx="4" type="subTitle"/>
          </p:nvPr>
        </p:nvSpPr>
        <p:spPr>
          <a:xfrm>
            <a:off x="6888025" y="1703075"/>
            <a:ext cx="1402800" cy="254100"/>
          </a:xfrm>
          <a:prstGeom prst="rect">
            <a:avLst/>
          </a:prstGeom>
        </p:spPr>
        <p:txBody>
          <a:bodyPr anchorCtr="0" anchor="b" bIns="36000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55" name="Google Shape;555;p27"/>
          <p:cNvSpPr/>
          <p:nvPr>
            <p:ph idx="5" type="pic"/>
          </p:nvPr>
        </p:nvSpPr>
        <p:spPr>
          <a:xfrm>
            <a:off x="0" y="1957175"/>
            <a:ext cx="2299800" cy="3186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7"/>
          <p:cNvSpPr/>
          <p:nvPr>
            <p:ph idx="6" type="pic"/>
          </p:nvPr>
        </p:nvSpPr>
        <p:spPr>
          <a:xfrm>
            <a:off x="2272081" y="1957175"/>
            <a:ext cx="2299800" cy="3186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27"/>
          <p:cNvSpPr/>
          <p:nvPr>
            <p:ph idx="7" type="pic"/>
          </p:nvPr>
        </p:nvSpPr>
        <p:spPr>
          <a:xfrm>
            <a:off x="4544269" y="1957175"/>
            <a:ext cx="2299800" cy="3186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27"/>
          <p:cNvSpPr/>
          <p:nvPr>
            <p:ph idx="8" type="pic"/>
          </p:nvPr>
        </p:nvSpPr>
        <p:spPr>
          <a:xfrm>
            <a:off x="6844075" y="1957175"/>
            <a:ext cx="2299800" cy="3186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27"/>
          <p:cNvSpPr txBox="1"/>
          <p:nvPr>
            <p:ph type="ctrTitle"/>
          </p:nvPr>
        </p:nvSpPr>
        <p:spPr>
          <a:xfrm>
            <a:off x="335400" y="466575"/>
            <a:ext cx="8216400" cy="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560" name="Google Shape;560;p27"/>
          <p:cNvSpPr txBox="1"/>
          <p:nvPr>
            <p:ph idx="9" type="subTitle"/>
          </p:nvPr>
        </p:nvSpPr>
        <p:spPr>
          <a:xfrm>
            <a:off x="452975" y="1031775"/>
            <a:ext cx="3459300" cy="50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561" name="Google Shape;561;p27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62" name="Google Shape;562;p27"/>
          <p:cNvSpPr txBox="1"/>
          <p:nvPr>
            <p:ph idx="13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563" name="Google Shape;563;p27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564" name="Google Shape;564;p27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565" name="Google Shape;565;p27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27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x5 Pictures">
  <p:cSld name="CUSTOM_13">
    <p:bg>
      <p:bgPr>
        <a:solidFill>
          <a:schemeClr val="lt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8"/>
          <p:cNvSpPr/>
          <p:nvPr>
            <p:ph idx="2" type="pic"/>
          </p:nvPr>
        </p:nvSpPr>
        <p:spPr>
          <a:xfrm>
            <a:off x="4193325" y="327800"/>
            <a:ext cx="2474400" cy="24039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9" name="Google Shape;569;p28"/>
          <p:cNvSpPr/>
          <p:nvPr>
            <p:ph idx="3" type="pic"/>
          </p:nvPr>
        </p:nvSpPr>
        <p:spPr>
          <a:xfrm>
            <a:off x="4193325" y="2731623"/>
            <a:ext cx="2474400" cy="24039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0" name="Google Shape;570;p28"/>
          <p:cNvSpPr/>
          <p:nvPr>
            <p:ph idx="4" type="pic"/>
          </p:nvPr>
        </p:nvSpPr>
        <p:spPr>
          <a:xfrm>
            <a:off x="1706025" y="2731625"/>
            <a:ext cx="2487300" cy="24039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1" name="Google Shape;571;p28"/>
          <p:cNvSpPr/>
          <p:nvPr>
            <p:ph idx="5" type="pic"/>
          </p:nvPr>
        </p:nvSpPr>
        <p:spPr>
          <a:xfrm>
            <a:off x="6667725" y="327800"/>
            <a:ext cx="2474400" cy="24039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2" name="Google Shape;572;p28"/>
          <p:cNvSpPr/>
          <p:nvPr>
            <p:ph idx="6" type="pic"/>
          </p:nvPr>
        </p:nvSpPr>
        <p:spPr>
          <a:xfrm>
            <a:off x="6667725" y="2731623"/>
            <a:ext cx="2474400" cy="24039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3" name="Google Shape;573;p28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74" name="Google Shape;574;p28"/>
          <p:cNvSpPr txBox="1"/>
          <p:nvPr>
            <p:ph idx="1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575" name="Google Shape;575;p28"/>
          <p:cNvSpPr txBox="1"/>
          <p:nvPr>
            <p:ph type="ctrTitle"/>
          </p:nvPr>
        </p:nvSpPr>
        <p:spPr>
          <a:xfrm>
            <a:off x="335400" y="466575"/>
            <a:ext cx="3307500" cy="4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576" name="Google Shape;576;p28"/>
          <p:cNvSpPr txBox="1"/>
          <p:nvPr>
            <p:ph idx="7" type="subTitle"/>
          </p:nvPr>
        </p:nvSpPr>
        <p:spPr>
          <a:xfrm>
            <a:off x="452975" y="1031775"/>
            <a:ext cx="2289000" cy="63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/>
        </p:txBody>
      </p:sp>
      <p:sp>
        <p:nvSpPr>
          <p:cNvPr id="577" name="Google Shape;577;p28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578" name="Google Shape;578;p28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579" name="Google Shape;579;p28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28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2">
  <p:cSld name="CUSTOM_15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9"/>
          <p:cNvSpPr txBox="1"/>
          <p:nvPr>
            <p:ph idx="1" type="subTitle"/>
          </p:nvPr>
        </p:nvSpPr>
        <p:spPr>
          <a:xfrm>
            <a:off x="455437" y="2809975"/>
            <a:ext cx="19248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83" name="Google Shape;583;p29"/>
          <p:cNvSpPr txBox="1"/>
          <p:nvPr>
            <p:ph idx="2" type="subTitle"/>
          </p:nvPr>
        </p:nvSpPr>
        <p:spPr>
          <a:xfrm>
            <a:off x="455437" y="1848950"/>
            <a:ext cx="1924800" cy="6048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"/>
              <a:buNone/>
              <a:defRPr b="1" sz="10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84" name="Google Shape;584;p29"/>
          <p:cNvSpPr txBox="1"/>
          <p:nvPr>
            <p:ph idx="3" type="subTitle"/>
          </p:nvPr>
        </p:nvSpPr>
        <p:spPr>
          <a:xfrm>
            <a:off x="4689125" y="1176050"/>
            <a:ext cx="4032000" cy="3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85" name="Google Shape;585;p29"/>
          <p:cNvSpPr txBox="1"/>
          <p:nvPr>
            <p:ph idx="4" type="subTitle"/>
          </p:nvPr>
        </p:nvSpPr>
        <p:spPr>
          <a:xfrm>
            <a:off x="2537528" y="2809975"/>
            <a:ext cx="19473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86" name="Google Shape;586;p29"/>
          <p:cNvSpPr txBox="1"/>
          <p:nvPr>
            <p:ph idx="5" type="subTitle"/>
          </p:nvPr>
        </p:nvSpPr>
        <p:spPr>
          <a:xfrm>
            <a:off x="452852" y="3821500"/>
            <a:ext cx="19248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87" name="Google Shape;587;p29"/>
          <p:cNvSpPr txBox="1"/>
          <p:nvPr>
            <p:ph idx="6" type="subTitle"/>
          </p:nvPr>
        </p:nvSpPr>
        <p:spPr>
          <a:xfrm>
            <a:off x="2534913" y="3821500"/>
            <a:ext cx="19473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88" name="Google Shape;588;p29"/>
          <p:cNvSpPr txBox="1"/>
          <p:nvPr>
            <p:ph idx="7" type="subTitle"/>
          </p:nvPr>
        </p:nvSpPr>
        <p:spPr>
          <a:xfrm>
            <a:off x="2537528" y="1848950"/>
            <a:ext cx="19473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89" name="Google Shape;589;p29"/>
          <p:cNvSpPr txBox="1"/>
          <p:nvPr>
            <p:ph idx="8" type="subTitle"/>
          </p:nvPr>
        </p:nvSpPr>
        <p:spPr>
          <a:xfrm>
            <a:off x="4665201" y="2808425"/>
            <a:ext cx="20115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90" name="Google Shape;590;p29"/>
          <p:cNvSpPr txBox="1"/>
          <p:nvPr>
            <p:ph idx="9" type="subTitle"/>
          </p:nvPr>
        </p:nvSpPr>
        <p:spPr>
          <a:xfrm>
            <a:off x="4665201" y="1847400"/>
            <a:ext cx="2011500" cy="6048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"/>
              <a:buNone/>
              <a:defRPr b="1" sz="10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91" name="Google Shape;591;p29"/>
          <p:cNvSpPr txBox="1"/>
          <p:nvPr>
            <p:ph idx="13" type="subTitle"/>
          </p:nvPr>
        </p:nvSpPr>
        <p:spPr>
          <a:xfrm>
            <a:off x="6816929" y="2808425"/>
            <a:ext cx="19194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92" name="Google Shape;592;p29"/>
          <p:cNvSpPr txBox="1"/>
          <p:nvPr>
            <p:ph idx="14" type="subTitle"/>
          </p:nvPr>
        </p:nvSpPr>
        <p:spPr>
          <a:xfrm>
            <a:off x="4662500" y="3819950"/>
            <a:ext cx="20115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93" name="Google Shape;593;p29"/>
          <p:cNvSpPr txBox="1"/>
          <p:nvPr>
            <p:ph idx="15" type="subTitle"/>
          </p:nvPr>
        </p:nvSpPr>
        <p:spPr>
          <a:xfrm>
            <a:off x="6814352" y="3819950"/>
            <a:ext cx="19194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94" name="Google Shape;594;p29"/>
          <p:cNvSpPr txBox="1"/>
          <p:nvPr>
            <p:ph idx="16" type="subTitle"/>
          </p:nvPr>
        </p:nvSpPr>
        <p:spPr>
          <a:xfrm>
            <a:off x="6816929" y="1847400"/>
            <a:ext cx="1919400" cy="741900"/>
          </a:xfrm>
          <a:prstGeom prst="rect">
            <a:avLst/>
          </a:prstGeom>
        </p:spPr>
        <p:txBody>
          <a:bodyPr anchorCtr="0" anchor="t" bIns="91425" lIns="108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595" name="Google Shape;595;p29"/>
          <p:cNvSpPr txBox="1"/>
          <p:nvPr>
            <p:ph idx="17" type="subTitle"/>
          </p:nvPr>
        </p:nvSpPr>
        <p:spPr>
          <a:xfrm>
            <a:off x="452850" y="1176050"/>
            <a:ext cx="4083300" cy="3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b="1" sz="12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596" name="Google Shape;596;p29"/>
          <p:cNvSpPr txBox="1"/>
          <p:nvPr>
            <p:ph type="ctrTitle"/>
          </p:nvPr>
        </p:nvSpPr>
        <p:spPr>
          <a:xfrm>
            <a:off x="335400" y="466575"/>
            <a:ext cx="8385600" cy="6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597" name="Google Shape;597;p29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8" name="Google Shape;598;p29"/>
          <p:cNvSpPr txBox="1"/>
          <p:nvPr>
            <p:ph idx="18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599" name="Google Shape;599;p29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00" name="Google Shape;600;p29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01" name="Google Shape;601;p29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29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- Alt1">
  <p:cSld name="CUSTOM_16">
    <p:bg>
      <p:bgPr>
        <a:solidFill>
          <a:schemeClr val="accent4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ree people meeting in a bright office" id="604" name="Google Shape;604;p30"/>
          <p:cNvPicPr preferRelativeResize="0"/>
          <p:nvPr/>
        </p:nvPicPr>
        <p:blipFill rotWithShape="1">
          <a:blip r:embed="rId2">
            <a:alphaModFix amt="15000"/>
          </a:blip>
          <a:srcRect b="15684" l="9412" r="0" t="9521"/>
          <a:stretch/>
        </p:blipFill>
        <p:spPr>
          <a:xfrm>
            <a:off x="11061" y="0"/>
            <a:ext cx="9132815" cy="51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30"/>
          <p:cNvSpPr txBox="1"/>
          <p:nvPr>
            <p:ph idx="1" type="subTitle"/>
          </p:nvPr>
        </p:nvSpPr>
        <p:spPr>
          <a:xfrm>
            <a:off x="3792750" y="813450"/>
            <a:ext cx="2725800" cy="1402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 Light"/>
              <a:buNone/>
              <a:defRPr sz="23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cxnSp>
        <p:nvCxnSpPr>
          <p:cNvPr id="606" name="Google Shape;606;p30"/>
          <p:cNvCxnSpPr/>
          <p:nvPr/>
        </p:nvCxnSpPr>
        <p:spPr>
          <a:xfrm>
            <a:off x="3564800" y="-9550"/>
            <a:ext cx="0" cy="51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30"/>
          <p:cNvCxnSpPr/>
          <p:nvPr/>
        </p:nvCxnSpPr>
        <p:spPr>
          <a:xfrm>
            <a:off x="3590600" y="4700200"/>
            <a:ext cx="511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30"/>
          <p:cNvCxnSpPr/>
          <p:nvPr/>
        </p:nvCxnSpPr>
        <p:spPr>
          <a:xfrm rot="10800000">
            <a:off x="8705825" y="2353400"/>
            <a:ext cx="0" cy="23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30"/>
          <p:cNvSpPr/>
          <p:nvPr/>
        </p:nvSpPr>
        <p:spPr>
          <a:xfrm>
            <a:off x="8653475" y="4647850"/>
            <a:ext cx="104700" cy="10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610" name="Google Shape;610;p30"/>
          <p:cNvCxnSpPr/>
          <p:nvPr/>
        </p:nvCxnSpPr>
        <p:spPr>
          <a:xfrm rot="10800000">
            <a:off x="-6350" y="2301050"/>
            <a:ext cx="870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1" name="Google Shape;611;p30"/>
          <p:cNvSpPr/>
          <p:nvPr/>
        </p:nvSpPr>
        <p:spPr>
          <a:xfrm>
            <a:off x="3512450" y="2248700"/>
            <a:ext cx="104700" cy="10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8653475" y="224870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3" name="Google Shape;613;p30"/>
          <p:cNvSpPr txBox="1"/>
          <p:nvPr>
            <p:ph type="ctrTitle"/>
          </p:nvPr>
        </p:nvSpPr>
        <p:spPr>
          <a:xfrm>
            <a:off x="3577700" y="2313650"/>
            <a:ext cx="5142300" cy="2345400"/>
          </a:xfrm>
          <a:prstGeom prst="rect">
            <a:avLst/>
          </a:prstGeom>
        </p:spPr>
        <p:txBody>
          <a:bodyPr anchorCtr="0" anchor="t" bIns="91425" lIns="306000" spcFirstLastPara="1" rIns="91425" wrap="square" tIns="23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  <p:sp>
        <p:nvSpPr>
          <p:cNvPr id="614" name="Google Shape;614;p30"/>
          <p:cNvSpPr/>
          <p:nvPr/>
        </p:nvSpPr>
        <p:spPr>
          <a:xfrm>
            <a:off x="3512450" y="464785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ourney - Alt">
  <p:cSld name="CUSTOM_17_3">
    <p:bg>
      <p:bgPr>
        <a:solidFill>
          <a:schemeClr val="lt2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1"/>
          <p:cNvSpPr txBox="1"/>
          <p:nvPr>
            <p:ph idx="1" type="subTitle"/>
          </p:nvPr>
        </p:nvSpPr>
        <p:spPr>
          <a:xfrm>
            <a:off x="2804274" y="3228275"/>
            <a:ext cx="1233000" cy="17172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17" name="Google Shape;617;p31"/>
          <p:cNvSpPr txBox="1"/>
          <p:nvPr>
            <p:ph idx="2" type="subTitle"/>
          </p:nvPr>
        </p:nvSpPr>
        <p:spPr>
          <a:xfrm>
            <a:off x="2798500" y="1157600"/>
            <a:ext cx="1233000" cy="17172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18" name="Google Shape;618;p31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9" name="Google Shape;619;p31"/>
          <p:cNvSpPr txBox="1"/>
          <p:nvPr>
            <p:ph idx="3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  <p:sp>
        <p:nvSpPr>
          <p:cNvPr id="620" name="Google Shape;620;p31"/>
          <p:cNvSpPr txBox="1"/>
          <p:nvPr>
            <p:ph idx="4" type="subTitle"/>
          </p:nvPr>
        </p:nvSpPr>
        <p:spPr>
          <a:xfrm>
            <a:off x="5752975" y="2017419"/>
            <a:ext cx="1695600" cy="8415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21" name="Google Shape;621;p31"/>
          <p:cNvSpPr txBox="1"/>
          <p:nvPr>
            <p:ph idx="5" type="subTitle"/>
          </p:nvPr>
        </p:nvSpPr>
        <p:spPr>
          <a:xfrm>
            <a:off x="5752975" y="3228224"/>
            <a:ext cx="1695600" cy="8412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22" name="Google Shape;622;p31"/>
          <p:cNvSpPr txBox="1"/>
          <p:nvPr>
            <p:ph idx="6" type="subTitle"/>
          </p:nvPr>
        </p:nvSpPr>
        <p:spPr>
          <a:xfrm>
            <a:off x="5752975" y="4104073"/>
            <a:ext cx="1695600" cy="8412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23" name="Google Shape;623;p31"/>
          <p:cNvSpPr txBox="1"/>
          <p:nvPr>
            <p:ph idx="7" type="subTitle"/>
          </p:nvPr>
        </p:nvSpPr>
        <p:spPr>
          <a:xfrm>
            <a:off x="5753449" y="1141650"/>
            <a:ext cx="1695600" cy="8415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24" name="Google Shape;624;p31"/>
          <p:cNvSpPr txBox="1"/>
          <p:nvPr>
            <p:ph idx="8" type="subTitle"/>
          </p:nvPr>
        </p:nvSpPr>
        <p:spPr>
          <a:xfrm>
            <a:off x="286575" y="1157600"/>
            <a:ext cx="1990500" cy="1877100"/>
          </a:xfrm>
          <a:prstGeom prst="rect">
            <a:avLst/>
          </a:prstGeom>
        </p:spPr>
        <p:txBody>
          <a:bodyPr anchorCtr="0" anchor="ctr" bIns="91425" lIns="180000" spcFirstLastPara="1" rIns="234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25" name="Google Shape;625;p31"/>
          <p:cNvSpPr txBox="1"/>
          <p:nvPr>
            <p:ph type="ctrTitle"/>
          </p:nvPr>
        </p:nvSpPr>
        <p:spPr>
          <a:xfrm>
            <a:off x="335400" y="466575"/>
            <a:ext cx="8385600" cy="6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626" name="Google Shape;626;p31"/>
          <p:cNvSpPr/>
          <p:nvPr>
            <p:ph idx="9" type="pic"/>
          </p:nvPr>
        </p:nvSpPr>
        <p:spPr>
          <a:xfrm>
            <a:off x="-6350" y="3017400"/>
            <a:ext cx="2282100" cy="18423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31"/>
          <p:cNvSpPr/>
          <p:nvPr>
            <p:ph idx="13" type="pic"/>
          </p:nvPr>
        </p:nvSpPr>
        <p:spPr>
          <a:xfrm>
            <a:off x="4031400" y="1045875"/>
            <a:ext cx="1192500" cy="1717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28" name="Google Shape;628;p31"/>
          <p:cNvSpPr/>
          <p:nvPr>
            <p:ph idx="14" type="pic"/>
          </p:nvPr>
        </p:nvSpPr>
        <p:spPr>
          <a:xfrm>
            <a:off x="4031400" y="3112700"/>
            <a:ext cx="1192500" cy="1717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29" name="Google Shape;629;p31"/>
          <p:cNvSpPr/>
          <p:nvPr>
            <p:ph idx="15" type="pic"/>
          </p:nvPr>
        </p:nvSpPr>
        <p:spPr>
          <a:xfrm>
            <a:off x="7557600" y="1141650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31"/>
          <p:cNvSpPr/>
          <p:nvPr>
            <p:ph idx="16" type="pic"/>
          </p:nvPr>
        </p:nvSpPr>
        <p:spPr>
          <a:xfrm>
            <a:off x="7557600" y="2017550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31" name="Google Shape;631;p31"/>
          <p:cNvSpPr/>
          <p:nvPr>
            <p:ph idx="17" type="pic"/>
          </p:nvPr>
        </p:nvSpPr>
        <p:spPr>
          <a:xfrm>
            <a:off x="7557600" y="3228275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32" name="Google Shape;632;p31"/>
          <p:cNvSpPr/>
          <p:nvPr>
            <p:ph idx="18" type="pic"/>
          </p:nvPr>
        </p:nvSpPr>
        <p:spPr>
          <a:xfrm>
            <a:off x="7557600" y="4104175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1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34" name="Google Shape;634;p31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35" name="Google Shape;635;p31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31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- Alt 1">
  <p:cSld name="CUSTOM_20">
    <p:bg>
      <p:bgPr>
        <a:solidFill>
          <a:schemeClr val="lt2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2"/>
          <p:cNvGrpSpPr/>
          <p:nvPr/>
        </p:nvGrpSpPr>
        <p:grpSpPr>
          <a:xfrm>
            <a:off x="-4748" y="1501001"/>
            <a:ext cx="5203500" cy="3642470"/>
            <a:chOff x="11562000" y="3311675"/>
            <a:chExt cx="486736" cy="335100"/>
          </a:xfrm>
        </p:grpSpPr>
        <p:sp>
          <p:nvSpPr>
            <p:cNvPr id="639" name="Google Shape;639;p32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11562000" y="3311675"/>
              <a:ext cx="261900" cy="335100"/>
            </a:xfrm>
            <a:prstGeom prst="chevron">
              <a:avLst>
                <a:gd fmla="val 6790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641" name="Google Shape;641;p32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2" name="Google Shape;642;p32"/>
          <p:cNvSpPr txBox="1"/>
          <p:nvPr>
            <p:ph idx="1" type="subTitle"/>
          </p:nvPr>
        </p:nvSpPr>
        <p:spPr>
          <a:xfrm>
            <a:off x="4692225" y="2264975"/>
            <a:ext cx="3374700" cy="38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643" name="Google Shape;643;p32"/>
          <p:cNvSpPr txBox="1"/>
          <p:nvPr>
            <p:ph idx="2" type="subTitle"/>
          </p:nvPr>
        </p:nvSpPr>
        <p:spPr>
          <a:xfrm>
            <a:off x="3725275" y="2264975"/>
            <a:ext cx="2282100" cy="382500"/>
          </a:xfrm>
          <a:prstGeom prst="rect">
            <a:avLst/>
          </a:prstGeom>
        </p:spPr>
        <p:txBody>
          <a:bodyPr anchorCtr="0" anchor="ctr" bIns="91425" lIns="144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4" name="Google Shape;644;p32"/>
          <p:cNvSpPr txBox="1"/>
          <p:nvPr>
            <p:ph idx="3" type="subTitle"/>
          </p:nvPr>
        </p:nvSpPr>
        <p:spPr>
          <a:xfrm>
            <a:off x="4692225" y="2890475"/>
            <a:ext cx="3374700" cy="38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645" name="Google Shape;645;p32"/>
          <p:cNvSpPr txBox="1"/>
          <p:nvPr>
            <p:ph idx="4" type="subTitle"/>
          </p:nvPr>
        </p:nvSpPr>
        <p:spPr>
          <a:xfrm>
            <a:off x="3725275" y="2890463"/>
            <a:ext cx="2282100" cy="382500"/>
          </a:xfrm>
          <a:prstGeom prst="rect">
            <a:avLst/>
          </a:prstGeom>
        </p:spPr>
        <p:txBody>
          <a:bodyPr anchorCtr="0" anchor="ctr" bIns="91425" lIns="144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6" name="Google Shape;646;p32"/>
          <p:cNvSpPr txBox="1"/>
          <p:nvPr>
            <p:ph idx="5" type="subTitle"/>
          </p:nvPr>
        </p:nvSpPr>
        <p:spPr>
          <a:xfrm>
            <a:off x="4692225" y="3518125"/>
            <a:ext cx="3374700" cy="38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647" name="Google Shape;647;p32"/>
          <p:cNvSpPr txBox="1"/>
          <p:nvPr>
            <p:ph idx="6" type="subTitle"/>
          </p:nvPr>
        </p:nvSpPr>
        <p:spPr>
          <a:xfrm>
            <a:off x="3725275" y="3518125"/>
            <a:ext cx="2282100" cy="382500"/>
          </a:xfrm>
          <a:prstGeom prst="rect">
            <a:avLst/>
          </a:prstGeom>
        </p:spPr>
        <p:txBody>
          <a:bodyPr anchorCtr="0" anchor="ctr" bIns="91425" lIns="144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32"/>
          <p:cNvSpPr txBox="1"/>
          <p:nvPr>
            <p:ph idx="7" type="subTitle"/>
          </p:nvPr>
        </p:nvSpPr>
        <p:spPr>
          <a:xfrm>
            <a:off x="4692225" y="4137400"/>
            <a:ext cx="3374700" cy="38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/>
        </p:txBody>
      </p:sp>
      <p:sp>
        <p:nvSpPr>
          <p:cNvPr id="649" name="Google Shape;649;p32"/>
          <p:cNvSpPr txBox="1"/>
          <p:nvPr>
            <p:ph idx="8" type="subTitle"/>
          </p:nvPr>
        </p:nvSpPr>
        <p:spPr>
          <a:xfrm>
            <a:off x="3725275" y="4140388"/>
            <a:ext cx="2282100" cy="382500"/>
          </a:xfrm>
          <a:prstGeom prst="rect">
            <a:avLst/>
          </a:prstGeom>
        </p:spPr>
        <p:txBody>
          <a:bodyPr anchorCtr="0" anchor="ctr" bIns="91425" lIns="1440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0" name="Google Shape;650;p32"/>
          <p:cNvCxnSpPr/>
          <p:nvPr/>
        </p:nvCxnSpPr>
        <p:spPr>
          <a:xfrm>
            <a:off x="624575" y="1506900"/>
            <a:ext cx="0" cy="36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32"/>
          <p:cNvCxnSpPr/>
          <p:nvPr/>
        </p:nvCxnSpPr>
        <p:spPr>
          <a:xfrm>
            <a:off x="-7300" y="4202375"/>
            <a:ext cx="6318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32"/>
          <p:cNvCxnSpPr/>
          <p:nvPr/>
        </p:nvCxnSpPr>
        <p:spPr>
          <a:xfrm>
            <a:off x="-7300" y="1848975"/>
            <a:ext cx="6318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32"/>
          <p:cNvCxnSpPr/>
          <p:nvPr/>
        </p:nvCxnSpPr>
        <p:spPr>
          <a:xfrm>
            <a:off x="-7300" y="1506250"/>
            <a:ext cx="915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32"/>
          <p:cNvSpPr txBox="1"/>
          <p:nvPr>
            <p:ph type="ctrTitle"/>
          </p:nvPr>
        </p:nvSpPr>
        <p:spPr>
          <a:xfrm>
            <a:off x="335400" y="466575"/>
            <a:ext cx="8385600" cy="6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655" name="Google Shape;655;p32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56" name="Google Shape;656;p32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57" name="Google Shape;657;p32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32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32"/>
          <p:cNvSpPr txBox="1"/>
          <p:nvPr>
            <p:ph idx="9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19">
    <p:bg>
      <p:bgPr>
        <a:solidFill>
          <a:schemeClr val="dk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3"/>
          <p:cNvSpPr txBox="1"/>
          <p:nvPr>
            <p:ph idx="1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62" name="Google Shape;662;p33"/>
          <p:cNvSpPr/>
          <p:nvPr/>
        </p:nvSpPr>
        <p:spPr>
          <a:xfrm>
            <a:off x="0" y="0"/>
            <a:ext cx="9144000" cy="32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663" name="Google Shape;663;p33"/>
          <p:cNvSpPr txBox="1"/>
          <p:nvPr>
            <p:ph idx="2" type="subTitle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33"/>
          <p:cNvSpPr txBox="1"/>
          <p:nvPr>
            <p:ph idx="3" type="subTitle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5" name="Google Shape;665;p33"/>
          <p:cNvSpPr txBox="1"/>
          <p:nvPr>
            <p:ph idx="4" type="subTitle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6" name="Google Shape;666;p33"/>
          <p:cNvSpPr txBox="1"/>
          <p:nvPr>
            <p:ph idx="5" type="subTitle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7" name="Google Shape;667;p33"/>
          <p:cNvSpPr txBox="1"/>
          <p:nvPr>
            <p:ph idx="6" type="subTitle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8" name="Google Shape;668;p33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33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70" name="Google Shape;670;p33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fmla="val 6790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71" name="Google Shape;671;p33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33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3" name="Google Shape;673;p33"/>
          <p:cNvSpPr txBox="1"/>
          <p:nvPr>
            <p:ph idx="7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unito Sans"/>
              <a:buNone/>
              <a:defRPr sz="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- Alt 2">
  <p:cSld name="CUSTOM_19_1">
    <p:bg>
      <p:bgPr>
        <a:solidFill>
          <a:schemeClr val="dk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4"/>
          <p:cNvSpPr txBox="1"/>
          <p:nvPr>
            <p:ph idx="1" type="subTitle"/>
          </p:nvPr>
        </p:nvSpPr>
        <p:spPr>
          <a:xfrm>
            <a:off x="2284724" y="3063600"/>
            <a:ext cx="1152600" cy="107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p34"/>
          <p:cNvSpPr txBox="1"/>
          <p:nvPr>
            <p:ph idx="2" type="subTitle"/>
          </p:nvPr>
        </p:nvSpPr>
        <p:spPr>
          <a:xfrm>
            <a:off x="4118688" y="3010800"/>
            <a:ext cx="1152600" cy="1184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7" name="Google Shape;677;p34"/>
          <p:cNvSpPr txBox="1"/>
          <p:nvPr>
            <p:ph idx="3" type="subTitle"/>
          </p:nvPr>
        </p:nvSpPr>
        <p:spPr>
          <a:xfrm>
            <a:off x="5952638" y="3028050"/>
            <a:ext cx="1131900" cy="11499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34"/>
          <p:cNvSpPr txBox="1"/>
          <p:nvPr>
            <p:ph idx="4" type="subTitle"/>
          </p:nvPr>
        </p:nvSpPr>
        <p:spPr>
          <a:xfrm>
            <a:off x="463475" y="3063600"/>
            <a:ext cx="1152600" cy="107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34"/>
          <p:cNvSpPr txBox="1"/>
          <p:nvPr>
            <p:ph idx="5" type="subTitle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80" name="Google Shape;680;p34"/>
          <p:cNvSpPr txBox="1"/>
          <p:nvPr>
            <p:ph idx="6" type="subTitle"/>
          </p:nvPr>
        </p:nvSpPr>
        <p:spPr>
          <a:xfrm>
            <a:off x="7765912" y="2952300"/>
            <a:ext cx="1131900" cy="1301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1" name="Google Shape;681;p34"/>
          <p:cNvSpPr txBox="1"/>
          <p:nvPr>
            <p:ph idx="7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/>
        </p:txBody>
      </p:sp>
      <p:sp>
        <p:nvSpPr>
          <p:cNvPr id="682" name="Google Shape;682;p34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683" name="Google Shape;683;p34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684" name="Google Shape;684;p34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fmla="val 67909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686" name="Google Shape;686;p34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7" name="Google Shape;687;p34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8" name="Google Shape;688;p34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">
  <p:cSld name="CUSTOM_14">
    <p:bg>
      <p:bgPr>
        <a:solidFill>
          <a:schemeClr val="dk1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35"/>
          <p:cNvCxnSpPr/>
          <p:nvPr/>
        </p:nvCxnSpPr>
        <p:spPr>
          <a:xfrm>
            <a:off x="3564800" y="-9550"/>
            <a:ext cx="0" cy="513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35"/>
          <p:cNvCxnSpPr>
            <a:stCxn id="692" idx="3"/>
          </p:cNvCxnSpPr>
          <p:nvPr/>
        </p:nvCxnSpPr>
        <p:spPr>
          <a:xfrm>
            <a:off x="3617150" y="4700200"/>
            <a:ext cx="508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p35"/>
          <p:cNvSpPr/>
          <p:nvPr/>
        </p:nvSpPr>
        <p:spPr>
          <a:xfrm>
            <a:off x="3512450" y="4647850"/>
            <a:ext cx="104700" cy="10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cxnSp>
        <p:nvCxnSpPr>
          <p:cNvPr id="693" name="Google Shape;693;p35"/>
          <p:cNvCxnSpPr>
            <a:endCxn id="694" idx="2"/>
          </p:cNvCxnSpPr>
          <p:nvPr/>
        </p:nvCxnSpPr>
        <p:spPr>
          <a:xfrm rot="10800000">
            <a:off x="8705825" y="2353400"/>
            <a:ext cx="0" cy="23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p35"/>
          <p:cNvSpPr/>
          <p:nvPr/>
        </p:nvSpPr>
        <p:spPr>
          <a:xfrm>
            <a:off x="8653475" y="464785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cxnSp>
        <p:nvCxnSpPr>
          <p:cNvPr id="696" name="Google Shape;696;p35"/>
          <p:cNvCxnSpPr/>
          <p:nvPr/>
        </p:nvCxnSpPr>
        <p:spPr>
          <a:xfrm rot="10800000">
            <a:off x="-6350" y="2301050"/>
            <a:ext cx="870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35"/>
          <p:cNvSpPr/>
          <p:nvPr/>
        </p:nvSpPr>
        <p:spPr>
          <a:xfrm>
            <a:off x="3512450" y="224870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8653475" y="2248700"/>
            <a:ext cx="104700" cy="10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698" name="Google Shape;698;p35"/>
          <p:cNvSpPr txBox="1"/>
          <p:nvPr>
            <p:ph type="ctrTitle"/>
          </p:nvPr>
        </p:nvSpPr>
        <p:spPr>
          <a:xfrm>
            <a:off x="3564800" y="2301050"/>
            <a:ext cx="5142300" cy="2412300"/>
          </a:xfrm>
          <a:prstGeom prst="rect">
            <a:avLst/>
          </a:prstGeom>
        </p:spPr>
        <p:txBody>
          <a:bodyPr anchorCtr="0" anchor="b" bIns="306000" lIns="234000" spcFirstLastPara="1" rIns="342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1" name="Google Shape;701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9" name="Google Shape;709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0" name="Google Shape;710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5" name="Google Shape;715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0" name="Google Shape;720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1" name="Google Shape;721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6" name="Google Shape;726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1" name="Google Shape;731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2" name="Google Shape;732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3" name="Google Shape;733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4" name="Google Shape;734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35" name="Google Shape;735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8" name="Google Shape;738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9" name="Google Shape;739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2" name="Google Shape;742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3" name="Google Shape;743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4" name="Google Shape;744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5" name="Google Shape;745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8" name="Google Shape;748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9" name="Google Shape;749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0" name="Google Shape;750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1" name="Google Shape;751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2" name="Google Shape;752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3" name="Google Shape;753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6" name="Google Shape;756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7" name="Google Shape;757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8" name="Google Shape;758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9" name="Google Shape;759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0" name="Google Shape;760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1" name="Google Shape;761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2" name="Google Shape;762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3" name="Google Shape;763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9" name="Google Shape;769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70" name="Google Shape;770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71" name="Google Shape;771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2" name="Google Shape;77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4" name="Google Shape;774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7" name="Google Shape;777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78" name="Google Shape;778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79" name="Google Shape;779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0" name="Google Shape;780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81" name="Google Shape;781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2" name="Google Shape;78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3" name="Google Shape;783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4" name="Google Shape;784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5" name="Google Shape;785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0" name="Google Shape;790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1" name="Google Shape;791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2" name="Google Shape;792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3" name="Google Shape;793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4" name="Google Shape;794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5" name="Google Shape;795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6" name="Google Shape;796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7" name="Google Shape;797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98" name="Google Shape;798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 Sans"/>
              <a:buChar char="●"/>
              <a:defRPr sz="18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7"/>
          <p:cNvSpPr txBox="1"/>
          <p:nvPr>
            <p:ph type="ctrTitle"/>
          </p:nvPr>
        </p:nvSpPr>
        <p:spPr>
          <a:xfrm>
            <a:off x="552600" y="2878000"/>
            <a:ext cx="6591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</a:pPr>
            <a:r>
              <a:rPr lang="en" sz="6000"/>
              <a:t>Automated Classification of Pigmented Skin Lesions Using Deep Learning</a:t>
            </a:r>
            <a:endParaRPr sz="6000"/>
          </a:p>
        </p:txBody>
      </p:sp>
      <p:sp>
        <p:nvSpPr>
          <p:cNvPr id="804" name="Google Shape;804;p57"/>
          <p:cNvSpPr txBox="1"/>
          <p:nvPr>
            <p:ph idx="4294967295" type="subTitle"/>
          </p:nvPr>
        </p:nvSpPr>
        <p:spPr>
          <a:xfrm>
            <a:off x="505250" y="545550"/>
            <a:ext cx="33966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3273"/>
              <a:buFont typeface="Nunito Sans"/>
              <a:buNone/>
            </a:pPr>
            <a:r>
              <a:rPr lang="en">
                <a:solidFill>
                  <a:schemeClr val="lt1"/>
                </a:solidFill>
              </a:rPr>
              <a:t>By Ruhan Shafi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5" name="Google Shape;805;p57"/>
          <p:cNvSpPr/>
          <p:nvPr/>
        </p:nvSpPr>
        <p:spPr>
          <a:xfrm>
            <a:off x="437150" y="666850"/>
            <a:ext cx="68100" cy="98400"/>
          </a:xfrm>
          <a:prstGeom prst="chevron">
            <a:avLst>
              <a:gd fmla="val 6576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806" name="Google Shape;806;p57"/>
          <p:cNvSpPr/>
          <p:nvPr/>
        </p:nvSpPr>
        <p:spPr>
          <a:xfrm>
            <a:off x="437150" y="3119725"/>
            <a:ext cx="39600" cy="1581900"/>
          </a:xfrm>
          <a:prstGeom prst="snip1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807" name="Google Shape;807;p57"/>
          <p:cNvSpPr txBox="1"/>
          <p:nvPr>
            <p:ph idx="2" type="subTitle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Arial"/>
              <a:buNone/>
            </a:pPr>
            <a:r>
              <a:rPr lang="en"/>
              <a:t>Pattern Recognition and Machine Learning /   2025/    Q2 - Assessment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8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Motivation</a:t>
            </a:r>
            <a:endParaRPr/>
          </a:p>
        </p:txBody>
      </p:sp>
      <p:sp>
        <p:nvSpPr>
          <p:cNvPr id="813" name="Google Shape;813;p58"/>
          <p:cNvSpPr txBox="1"/>
          <p:nvPr>
            <p:ph idx="1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problem that this project focuses on?</a:t>
            </a:r>
            <a:endParaRPr/>
          </a:p>
        </p:txBody>
      </p:sp>
      <p:sp>
        <p:nvSpPr>
          <p:cNvPr id="814" name="Google Shape;814;p58"/>
          <p:cNvSpPr txBox="1"/>
          <p:nvPr>
            <p:ph idx="2" type="subTitle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85000"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Deep learning provides a scalable solution, capable of learning complex visual patterns from thousands of images such as those found within the HAM10000 Dataset.</a:t>
            </a:r>
            <a:endParaRPr/>
          </a:p>
        </p:txBody>
      </p:sp>
      <p:sp>
        <p:nvSpPr>
          <p:cNvPr id="815" name="Google Shape;815;p58"/>
          <p:cNvSpPr txBox="1"/>
          <p:nvPr>
            <p:ph idx="3" type="subTitle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motivation behind this project is to leverage PRML </a:t>
            </a:r>
            <a:r>
              <a:rPr lang="en"/>
              <a:t>techniques</a:t>
            </a:r>
            <a:r>
              <a:rPr lang="en"/>
              <a:t> to overcome these challenges and enhance diagnostic accuracy</a:t>
            </a:r>
            <a:endParaRPr/>
          </a:p>
        </p:txBody>
      </p:sp>
      <p:sp>
        <p:nvSpPr>
          <p:cNvPr id="816" name="Google Shape;816;p58"/>
          <p:cNvSpPr txBox="1"/>
          <p:nvPr>
            <p:ph idx="4" type="subTitle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Problems are significant class imbalance, as some categories dominate the dataset &amp; visual similarities between lesion types</a:t>
            </a:r>
            <a:endParaRPr/>
          </a:p>
        </p:txBody>
      </p:sp>
      <p:sp>
        <p:nvSpPr>
          <p:cNvPr id="817" name="Google Shape;817;p58"/>
          <p:cNvSpPr txBox="1"/>
          <p:nvPr>
            <p:ph idx="5" type="subTitle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Melanoma is one of the most aggressive skin cancers, making early detection vital for effective treatment.</a:t>
            </a:r>
            <a:endParaRPr/>
          </a:p>
        </p:txBody>
      </p:sp>
      <p:sp>
        <p:nvSpPr>
          <p:cNvPr id="818" name="Google Shape;818;p58"/>
          <p:cNvSpPr txBox="1"/>
          <p:nvPr>
            <p:ph idx="6" type="subTitle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Traditional diagnostic processes rely heavily on visual inspection, leading to potential errors due to human subjectivity.</a:t>
            </a:r>
            <a:endParaRPr/>
          </a:p>
        </p:txBody>
      </p:sp>
      <p:sp>
        <p:nvSpPr>
          <p:cNvPr id="819" name="Google Shape;819;p58"/>
          <p:cNvSpPr txBox="1"/>
          <p:nvPr>
            <p:ph idx="7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0" name="Google Shape;820;p58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60450"/>
            <a:ext cx="3370276" cy="253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9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&amp; Computational Approach</a:t>
            </a:r>
            <a:endParaRPr/>
          </a:p>
        </p:txBody>
      </p:sp>
      <p:sp>
        <p:nvSpPr>
          <p:cNvPr id="826" name="Google Shape;826;p59"/>
          <p:cNvSpPr txBox="1"/>
          <p:nvPr>
            <p:ph idx="1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approach the way to achieve the goals of this project</a:t>
            </a:r>
            <a:endParaRPr/>
          </a:p>
        </p:txBody>
      </p:sp>
      <p:sp>
        <p:nvSpPr>
          <p:cNvPr id="827" name="Google Shape;827;p59"/>
          <p:cNvSpPr txBox="1"/>
          <p:nvPr>
            <p:ph idx="2" type="subTitle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85000" lnSpcReduction="20000"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Preprocessing included image resizing and normalization to standardize input across models.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 augmentation (rotation, flipping, zooming) was applied to increase sample diversity and mitigate overfitting.</a:t>
            </a:r>
            <a:endParaRPr/>
          </a:p>
        </p:txBody>
      </p:sp>
      <p:sp>
        <p:nvSpPr>
          <p:cNvPr id="828" name="Google Shape;828;p59"/>
          <p:cNvSpPr txBox="1"/>
          <p:nvPr>
            <p:ph idx="3" type="subTitle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925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TensorFlow served as the primary framework due to its GPU support and integration with Keras Tuner TensorBoard for </a:t>
            </a:r>
            <a:r>
              <a:rPr lang="en"/>
              <a:t>Hypertuning</a:t>
            </a:r>
            <a:r>
              <a:rPr lang="en"/>
              <a:t> with performance tracking.</a:t>
            </a:r>
            <a:endParaRPr/>
          </a:p>
        </p:txBody>
      </p:sp>
      <p:sp>
        <p:nvSpPr>
          <p:cNvPr id="829" name="Google Shape;829;p59"/>
          <p:cNvSpPr txBox="1"/>
          <p:nvPr>
            <p:ph idx="4" type="subTitle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Bayesian optimization was used for hyperparameter tuning, balancing accuracy and efficiency by prioritising promising configurations.</a:t>
            </a:r>
            <a:endParaRPr/>
          </a:p>
        </p:txBody>
      </p:sp>
      <p:sp>
        <p:nvSpPr>
          <p:cNvPr id="830" name="Google Shape;830;p59"/>
          <p:cNvSpPr txBox="1"/>
          <p:nvPr>
            <p:ph idx="5" type="subTitle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 comparative design was adopted between CNN and MLP architectures to evaluate performance differences.</a:t>
            </a:r>
            <a:endParaRPr/>
          </a:p>
        </p:txBody>
      </p:sp>
      <p:sp>
        <p:nvSpPr>
          <p:cNvPr id="831" name="Google Shape;831;p59"/>
          <p:cNvSpPr txBox="1"/>
          <p:nvPr>
            <p:ph idx="6" type="subTitle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92500" lnSpcReduction="200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CNN was chosen for its capacity to learn hierarchical spatial patterns inherent in medical imaging.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MLP, serving as a baseline, provided insight into the importance of spatial feature extraction.</a:t>
            </a:r>
            <a:endParaRPr/>
          </a:p>
        </p:txBody>
      </p:sp>
      <p:sp>
        <p:nvSpPr>
          <p:cNvPr id="832" name="Google Shape;832;p59"/>
          <p:cNvSpPr txBox="1"/>
          <p:nvPr>
            <p:ph idx="7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0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Tuning &amp; Implementation</a:t>
            </a:r>
            <a:endParaRPr/>
          </a:p>
        </p:txBody>
      </p:sp>
      <p:sp>
        <p:nvSpPr>
          <p:cNvPr id="838" name="Google Shape;838;p60"/>
          <p:cNvSpPr txBox="1"/>
          <p:nvPr>
            <p:ph idx="1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Refining the model</a:t>
            </a:r>
            <a:endParaRPr/>
          </a:p>
        </p:txBody>
      </p:sp>
      <p:sp>
        <p:nvSpPr>
          <p:cNvPr id="839" name="Google Shape;839;p60"/>
          <p:cNvSpPr txBox="1"/>
          <p:nvPr>
            <p:ph idx="2" type="subTitle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tuning process included EarlyStopping to prevent overfitting by halting training once validation loss plateaued.</a:t>
            </a:r>
            <a:endParaRPr/>
          </a:p>
        </p:txBody>
      </p:sp>
      <p:sp>
        <p:nvSpPr>
          <p:cNvPr id="840" name="Google Shape;840;p60"/>
          <p:cNvSpPr txBox="1"/>
          <p:nvPr>
            <p:ph idx="3" type="subTitle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This retraining phase aimed to maximise learning stability and ensure robust generalisation before final evaluation on unseen data.</a:t>
            </a:r>
            <a:endParaRPr/>
          </a:p>
        </p:txBody>
      </p:sp>
      <p:sp>
        <p:nvSpPr>
          <p:cNvPr id="841" name="Google Shape;841;p60"/>
          <p:cNvSpPr txBox="1"/>
          <p:nvPr>
            <p:ph idx="4" type="subTitle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Once optimal hyperparameters were identified, the model was retrained from scratch on the entire training dataset.</a:t>
            </a:r>
            <a:endParaRPr/>
          </a:p>
        </p:txBody>
      </p:sp>
      <p:sp>
        <p:nvSpPr>
          <p:cNvPr id="842" name="Google Shape;842;p60"/>
          <p:cNvSpPr txBox="1"/>
          <p:nvPr>
            <p:ph idx="5" type="subTitle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85000" lnSpcReduction="20000"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tuning framework systematically explored hyperparameters such as learning rate, dropout, and filter size through the use of </a:t>
            </a:r>
            <a:r>
              <a:rPr lang="en"/>
              <a:t>Bayesian Optimization which narrowed the search space using probabilistic models.</a:t>
            </a:r>
            <a:endParaRPr/>
          </a:p>
        </p:txBody>
      </p:sp>
      <p:sp>
        <p:nvSpPr>
          <p:cNvPr id="843" name="Google Shape;843;p60"/>
          <p:cNvSpPr txBox="1"/>
          <p:nvPr>
            <p:ph idx="6" type="subTitle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ReduceLROnPlateau dynamically adjusted the learning rate, enabling smoother convergence.</a:t>
            </a:r>
            <a:endParaRPr/>
          </a:p>
        </p:txBody>
      </p:sp>
      <p:sp>
        <p:nvSpPr>
          <p:cNvPr id="844" name="Google Shape;844;p60"/>
          <p:cNvSpPr txBox="1"/>
          <p:nvPr>
            <p:ph idx="7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5" name="Google Shape;84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00" y="2675575"/>
            <a:ext cx="4063699" cy="208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1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Harness &amp; Performance during </a:t>
            </a:r>
            <a:r>
              <a:rPr lang="en"/>
              <a:t>Hyperparameter</a:t>
            </a:r>
            <a:r>
              <a:rPr lang="en"/>
              <a:t> Search </a:t>
            </a:r>
            <a:endParaRPr/>
          </a:p>
        </p:txBody>
      </p:sp>
      <p:sp>
        <p:nvSpPr>
          <p:cNvPr id="851" name="Google Shape;851;p61"/>
          <p:cNvSpPr txBox="1"/>
          <p:nvPr>
            <p:ph idx="1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on the Accuracy of the Model</a:t>
            </a:r>
            <a:endParaRPr/>
          </a:p>
        </p:txBody>
      </p:sp>
      <p:sp>
        <p:nvSpPr>
          <p:cNvPr id="852" name="Google Shape;852;p61"/>
          <p:cNvSpPr txBox="1"/>
          <p:nvPr>
            <p:ph idx="2" type="subTitle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Learning curves showed steady improvement and early convergence without significant overfitting.</a:t>
            </a:r>
            <a:endParaRPr/>
          </a:p>
        </p:txBody>
      </p:sp>
      <p:sp>
        <p:nvSpPr>
          <p:cNvPr id="853" name="Google Shape;853;p61"/>
          <p:cNvSpPr txBox="1"/>
          <p:nvPr>
            <p:ph idx="3" type="subTitle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Overall, the results demonstrate that CNNs effectively capture fine-grained spatial details critical for lesion classification.</a:t>
            </a:r>
            <a:endParaRPr/>
          </a:p>
        </p:txBody>
      </p:sp>
      <p:sp>
        <p:nvSpPr>
          <p:cNvPr id="854" name="Google Shape;854;p61"/>
          <p:cNvSpPr txBox="1"/>
          <p:nvPr>
            <p:ph idx="4" type="subTitle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CNN consistently outperformed the MLP in validation accuracy and generalisation capability.</a:t>
            </a:r>
            <a:endParaRPr/>
          </a:p>
        </p:txBody>
      </p:sp>
      <p:sp>
        <p:nvSpPr>
          <p:cNvPr id="855" name="Google Shape;855;p61"/>
          <p:cNvSpPr txBox="1"/>
          <p:nvPr>
            <p:ph idx="5" type="subTitle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evaluation harness incorporated multiple metrics to assess both global and class-level performance.</a:t>
            </a:r>
            <a:endParaRPr/>
          </a:p>
        </p:txBody>
      </p:sp>
      <p:sp>
        <p:nvSpPr>
          <p:cNvPr id="856" name="Google Shape;856;p61"/>
          <p:cNvSpPr txBox="1"/>
          <p:nvPr>
            <p:ph idx="6" type="subTitle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92500" lnSpcReduction="200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Confusion matrices identified areas where the model struggled, particularly between melanoma and nevi.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ROC curves revealed high AUC scores across most classes, indicating strong separability.</a:t>
            </a:r>
            <a:endParaRPr/>
          </a:p>
        </p:txBody>
      </p:sp>
      <p:sp>
        <p:nvSpPr>
          <p:cNvPr id="857" name="Google Shape;857;p61"/>
          <p:cNvSpPr txBox="1"/>
          <p:nvPr>
            <p:ph idx="7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8" name="Google Shape;858;p61" title="R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60450"/>
            <a:ext cx="3196854" cy="253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2"/>
          <p:cNvSpPr txBox="1"/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Final Model &amp; </a:t>
            </a:r>
            <a:r>
              <a:rPr lang="en"/>
              <a:t>Predictions on Unseen Data</a:t>
            </a:r>
            <a:endParaRPr/>
          </a:p>
        </p:txBody>
      </p:sp>
      <p:sp>
        <p:nvSpPr>
          <p:cNvPr id="864" name="Google Shape;864;p62"/>
          <p:cNvSpPr txBox="1"/>
          <p:nvPr>
            <p:ph idx="1" type="subTitle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Journey’s End</a:t>
            </a:r>
            <a:endParaRPr/>
          </a:p>
        </p:txBody>
      </p:sp>
      <p:sp>
        <p:nvSpPr>
          <p:cNvPr id="865" name="Google Shape;865;p62"/>
          <p:cNvSpPr txBox="1"/>
          <p:nvPr>
            <p:ph idx="2" type="subTitle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High confidence correlated strongly with accurate predictions, reflecting model reliability.</a:t>
            </a:r>
            <a:endParaRPr/>
          </a:p>
        </p:txBody>
      </p:sp>
      <p:sp>
        <p:nvSpPr>
          <p:cNvPr id="866" name="Google Shape;866;p62"/>
          <p:cNvSpPr txBox="1"/>
          <p:nvPr>
            <p:ph idx="3" type="subTitle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These findings affirm that the trained CNN can effectively generalize to new, unseen samples, a key criterion for clinical applicability.</a:t>
            </a:r>
            <a:endParaRPr/>
          </a:p>
        </p:txBody>
      </p:sp>
      <p:sp>
        <p:nvSpPr>
          <p:cNvPr id="867" name="Google Shape;867;p62"/>
          <p:cNvSpPr txBox="1"/>
          <p:nvPr>
            <p:ph idx="4" type="subTitle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85000" lnSpcReduction="20000"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model showed resilience to background noise and lighting variations, typical of real-world clinical imagery.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Minor misclassifications were primarily observed in visually similar lesion pairs.</a:t>
            </a:r>
            <a:endParaRPr/>
          </a:p>
        </p:txBody>
      </p:sp>
      <p:sp>
        <p:nvSpPr>
          <p:cNvPr id="868" name="Google Shape;868;p62"/>
          <p:cNvSpPr txBox="1"/>
          <p:nvPr>
            <p:ph idx="5" type="subTitle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final CNN model was evaluated on unseen data to assess true generalisation performance.</a:t>
            </a:r>
            <a:endParaRPr/>
          </a:p>
        </p:txBody>
      </p:sp>
      <p:sp>
        <p:nvSpPr>
          <p:cNvPr id="869" name="Google Shape;869;p62"/>
          <p:cNvSpPr txBox="1"/>
          <p:nvPr>
            <p:ph idx="6" type="subTitle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anchorCtr="0" anchor="ctr" bIns="91425" lIns="162000" spcFirstLastPara="1" rIns="91425" wrap="square" tIns="91425">
            <a:normAutofit fontScale="92500" lnSpcReduction="200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Predictions were visualised to verify consistency between true and predicted labels.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Probability heatmaps highlighted the model’s confidence in correct classifications.</a:t>
            </a:r>
            <a:endParaRPr/>
          </a:p>
        </p:txBody>
      </p:sp>
      <p:sp>
        <p:nvSpPr>
          <p:cNvPr id="870" name="Google Shape;870;p62"/>
          <p:cNvSpPr txBox="1"/>
          <p:nvPr>
            <p:ph idx="7" type="subTitle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1" name="Google Shape;871;p62" title="c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60450"/>
            <a:ext cx="2810637" cy="253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80808"/>
      </a:dk1>
      <a:lt1>
        <a:srgbClr val="FBFBFB"/>
      </a:lt1>
      <a:dk2>
        <a:srgbClr val="595959"/>
      </a:dk2>
      <a:lt2>
        <a:srgbClr val="EEEEEE"/>
      </a:lt2>
      <a:accent1>
        <a:srgbClr val="FF0000"/>
      </a:accent1>
      <a:accent2>
        <a:srgbClr val="9900FF"/>
      </a:accent2>
      <a:accent3>
        <a:srgbClr val="EDE9F5"/>
      </a:accent3>
      <a:accent4>
        <a:srgbClr val="B4A7D6"/>
      </a:accent4>
      <a:accent5>
        <a:srgbClr val="D9D2E9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